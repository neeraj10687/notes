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7" r:id="rId4"/>
    <p:sldId id="258" r:id="rId5"/>
    <p:sldId id="259" r:id="rId6"/>
    <p:sldId id="260" r:id="rId7"/>
    <p:sldId id="288" r:id="rId8"/>
    <p:sldId id="281" r:id="rId9"/>
    <p:sldId id="261" r:id="rId10"/>
    <p:sldId id="262" r:id="rId11"/>
    <p:sldId id="263" r:id="rId12"/>
    <p:sldId id="264" r:id="rId13"/>
    <p:sldId id="282" r:id="rId14"/>
    <p:sldId id="283" r:id="rId15"/>
    <p:sldId id="284" r:id="rId16"/>
    <p:sldId id="285" r:id="rId17"/>
    <p:sldId id="293" r:id="rId18"/>
    <p:sldId id="291" r:id="rId19"/>
    <p:sldId id="292" r:id="rId20"/>
    <p:sldId id="286" r:id="rId21"/>
    <p:sldId id="269" r:id="rId22"/>
    <p:sldId id="289" r:id="rId23"/>
    <p:sldId id="290" r:id="rId24"/>
    <p:sldId id="270" r:id="rId25"/>
    <p:sldId id="271" r:id="rId26"/>
    <p:sldId id="294" r:id="rId27"/>
    <p:sldId id="272" r:id="rId28"/>
    <p:sldId id="295" r:id="rId29"/>
    <p:sldId id="273" r:id="rId30"/>
    <p:sldId id="274" r:id="rId31"/>
    <p:sldId id="296" r:id="rId32"/>
    <p:sldId id="277" r:id="rId33"/>
    <p:sldId id="278" r:id="rId34"/>
    <p:sldId id="275" r:id="rId35"/>
    <p:sldId id="28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0"/>
  </p:normalViewPr>
  <p:slideViewPr>
    <p:cSldViewPr>
      <p:cViewPr varScale="1">
        <p:scale>
          <a:sx n="91" d="100"/>
          <a:sy n="91" d="100"/>
        </p:scale>
        <p:origin x="17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0" timeString="2025-04-04T05:55:25.3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1" timeString="2025-04-04T05:56:06.994"/>
    </inkml:context>
  </inkml:definitions>
  <inkml:trace contextRef="#ctx0" brushRef="#br0">3323 7916,'0'22,"0"-1,0 0,0 0,0 0,0 0,0 1,0-1,0 0,0 0,0 0,0 0,0 1,0-1,0 0,0 0,0 0,0 0,0 1,0-1,0 0,0 0,0 0,0 0,-21-21,21 22,0-1,0 0,0 0,0 0,0 0,0 1,0 20,0-21,0 0,0 0,0 1,0 20,0 0,0-21,0 22,-21-22,21 0,0 21,0-20,0-1,0 0,-21 21,21-21,0 1,0 20,0 0,0-21,-21 1,21 41,-22-21,22 1,0-1,0-21,0 22,0-22,-21 0,21 21,0-21,0 1,-21 20,21-21,0 0,0 0,0 1,0-1,0 0,0 21,0-21,0 1,0-1,0 0,0 0,0 0,0 0,0 1,0-1,0 0,0 0,0 0,0 0,0 1,0-1,0 0,0 0,0 0,0 22,0-22,0 0,0 0,0 0,0 0,0 1,0-1,0 0,0 0,0 0,0 0,0 1,0-1,0 0,0 0,0 0,0 0,0 1,21-1,-21 21,0-21,0 0,21 1,-21-1,22-21,-22 42,0-21,0 0,21 1,-21-1,21 0,-21 0,0 21,21-20,0-1,-21 21,0-21,0 0,0 22,0-22,21-21,-21 42,0-21,22 1,-1-1,-21 0,0 0,21 0,-21 0,21 22,-21-1,0-21,21 0,-21 1,0-1,21-21,-21 21,0 0,0 0,22 0,-22 1,0-1,0 0,21 0,-21 0,21 0,-21 1,0-1,21-21,-21 21,21-21,0 0,-21 21,22-21,-1 0,0 0,-21 21,21-21,0 21,0-21,1 0,-1 0,-21 22,21-22,0 0,0 0,0 0,-21 21,22-21,-1 0,0 0,0 0,0 0,0 0,-21 21,22-21,-1 0,0 0,0 0,0 0,0 0</inkml:trace>
  <inkml:trace contextRef="#ctx0" brushRef="#br0" timeOffset="3383.75">3598 11875,'22'21,"-1"-21,0 0,-21 21,21-21,0 21,0 21,-21-20,0-1,22 42,-22-42,21 22,-21-22,0 21,0 1,0-22,0 0,0 21,0-21,21 1,-21-1,0 42,0-42,0 22,0-22,0 0,0 0,0 0,0 1,0 20,0-21,0 0,0 0,-21 1,21-1,0 0,0 0,-21 0,21 0,0 1,-22-1,22 0,-21 0,21 21,-21-20,21 20,-21-21,21 21,0-20,0-1,0 0,-21 21,21 1,-21-1,21 0,0 22,0-1,0-20,0 20,0-21,0-20,0 20,0-21,0 43,0-1,21-21,-21-20,0-1,0 21,0-21,0 0,-21 1,21-1,-22-21,1 0,21 21,-21-21,0 0,21 21,21-21,0 0,0 0,1 0,-1 0,0 0,0 0,0 0,0 0,1 0,-1 0,0 0,21 0,1 0,-1 0,0 0,1 0,-22 0,21 0,-21-21,0 21,1 0,-1 0,0 0</inkml:trace>
  <inkml:trace contextRef="#ctx1" brushRef="#br0">13815 7391 75,'0'0'51,"0"0"-35,0 0 20,0 0 22,0 0-6,0 0-23,0 0-8,-50-54 9,48 52 3,2 2 2,0-2 1,0 0-1,0 2-8,0 0-5,0 0-5,0 0-4,0 0-5,0 0 4,0 0-4,0 0-7,0 0 2,0 4-3,0 20-5,0 18 3,0 24 2,0 24 14,0 21 19,-10 20 11,-3 11 1,0 12-14,1 12-9,3-2-10,3 3-6,-4-8-2,3-13-1,-3-14-2,-3-11 1,-3-19 0,1-18-1,1-16-1,0-14 4,2-13-3,-1-14 2,5-11-3,-2-9-10,3-7-58,1-39-75,6-36-255</inkml:trace>
  <inkml:trace contextRef="#ctx1" brushRef="#br0" timeOffset="1929.29">13761 7263 43,'0'0'33,"0"0"3,0 0 24,0 0-2,0 0-14,0 0 1,0 6-4,0-5-5,0-1-15,0 4-10,0 1-11,24 5 7,23 2 50,21-2 16,35-4-28,34-6-11,29 0-7,28-2-10,22-18-6,7-5 6,7 2-11,-4-2 4,-1 2 8,-8 1-6,-9 2-5,-6-2 3,-13-3 4,-5 1 4,0-1 0,-9 6 9,2-1-10,-3 2-2,-9 2-2,-13 4-4,-18 3-8,-27-1 0,-27 7 2,-21-1-1,-28 4-4,-16-4 2,-10 2 0,-3-2-2,-2 2 5,0 0 0,0-2-3,0 4 0,3-4 1,-3 1-1,0 3 1,0-1-1,0 1 0,0 0-2,0 0 1,0-2 1,0 2 1,0-2-1,0 0 0,0 2-3,0 0-3,0 0 1,0 0 3,0 0-1,-3 13 3,-5 8 5,-6 13-3,-4 12 0,-2 14 4,-4 16 0,-4 14 1,-2 17 2,-1 15-6,3 19 0,3 11 8,-2 15 1,2 8 2,-6-10-7,-1-6 1,-1-15 4,-2-12-7,3-9 3,3-10-7,6-17 6,6-24-4,7-18-2,7-20 0,1-19-1,2-4 0,0-9 7,0-2-4,0 2-3,0-2 9,0 2-8,0 0 0,0-2 0,0 2 0,0-2-1,0 2 0,0-2-3,0 0 3,0 0 0,0 0 1,0 0-1,0 0 1,0 0-1,-3 0 1,3 0-1,-2 0 1,2 0 2,-3 0-3,-2 0 0,-7 0-4,-10 0 0,-14-4-2,-9-8 4,-9-2 1,-6 2 0,-5 5 0,-12-3-2,-9 5 0,-9 1 3,-8 0 0,-5 0-1,-9 0 0,0 0 1,-1 1 2,19 2-2,15 1 0,9 0-1,5 0 1,-7 0-1,-5 10-2,-3 0 6,-6-1-3,3 2 0,-2-3-1,2-2-1,4 0 2,3-2 0,3-3 1,3-1-1,1 0 0,1 0 0,4 6 0,5-2 1,6-1 1,3 1-4,6 0 1,0 2 1,4-1 0,3 2 1,2-1-1,-1 0-4,3 0 4,2 0 3,-1-1-3,3 2 0,1-3 0,1 0 0,-3 0 0,3 0 0,3 0-2,-6 1 2,2 1 0,-1 1 0,4-3-3,1 2 3,2-2 0,3 0-2,0-1 2,0 1 0,1 0-3,-2-1 1,-3 4 2,-3-3-3,3-1-4,0 1 5,-1 3 2,-1-3-5,0 2-3,2-2 7,1 1-3,8-1-1,5-1 5,3-2 2,5 1-2,6-2-12,0 0-22,-4 11-61,-1 4-102,-1 2-111</inkml:trace>
  <inkml:trace contextRef="#ctx1" brushRef="#br0" timeOffset="4630.27">10380 8667 6,'0'0'12,"0"0"0,0 0-1,0 0-10,0 0 2,0 0 1,0 0 3,0 0 1,-1 1 0,1-1 0,-2 3-3,2-3 1,0 0-3,0 0 8,0 2-7,0-2-4,0 0 0,0 0 0,0 1 0,-3 3 0,1 4-3,-1 1 3,2-5-3,1-4-78</inkml:trace>
  <inkml:trace contextRef="#ctx1" brushRef="#br0" timeOffset="6352.39">10008 8877 63,'0'0'35,"0"0"-35,0 0 2,0 0 5,0 0-4,0 0-3,0-3 1,0 3 7,0 0-7,0 0 1,0 0-2,0 0 2,0 0 8,0 0-5,0 0 0,0 0-2,0 0 4,0 0-1,0 0 4,0 0-2,0 0 0,0 0 0,0 0-7,0 0 3,0 0-2,0 0-2,0 0 0,10 0 2,2 3-2,11 3 2,10 1 0,13-4 27,6 3 24,10 0-27,8 0 9,5 6-10,5 0-4,0 4-4,-2 0-6,-2-2 14,-1-2-14,3 1-4,4-6-7,2-1 11,3-6 0,-7 0 1,-6 0 6,-11 0 12,-12 0-7,-9 0-19,-15 0-4,-4 0 0,-8 0-3,-8 4 2,-2-1-1,-3-1 2,-1-2-2,-1 0 4,0 0 0,0 0 2,0 0-4,0 0 6,2 0 1,-2 0-1,0 0 10,0 0-3,0 0-5,0 0-3,0 0-5,0 0 1,0 0-1,0 0 0,0 0-9,0 0-35,-9-18-151</inkml:trace>
  <inkml:trace contextRef="#ctx1" brushRef="#br0" timeOffset="19296.33">10601 9880 10,'0'0'22,"0"0"6,0 0-7,0 0 2,0 0-2,0 0-3,0 0-2,0 0-8,0 0-7,0 0-1,0 0-1,0 0-3,10 0 3,8 10 1,10 8 1,12 0 10,18 0 21,18-1 9,21-2-18,22-7 3,13-8-14,7 0-1,-1 0-5,-16-13 11,-23 3 0,-29 3-8,-21 3-8,-15 0 0,-10 0 0,-7 1 9,-4-3 4,-5 5 7,-1-3 4,-2 2 2,-4 2 1,-1 0-17,0 0-6,0 0-4,0 0-1,0-3 2,0 3-6,0 0 8,6-4-5,-1-7 1,-1-14-98,-4-4-208</inkml:trace>
  <inkml:trace contextRef="#ctx1" brushRef="#br0" timeOffset="20349.99">14562 8560 28,'0'0'1,"0"0"5,0 0 2,0 0 4,0 0-3,0 0-7,0 0 13,-35 37 16,35-37 2,3 0 11,40-17 9,31-25 44,26-14-54,13-10 17,-1-3-49,-12 9 9,-14 12 1,-18 12-16,-22 14-1,-13 8 1,-16 8-5,-10 6-1,-7 0-58,-2 4-106,-36 14-11</inkml:trace>
  <inkml:trace contextRef="#ctx1" brushRef="#br0" timeOffset="20732.05">14846 8191 331,'0'0'2,"0"0"4,0 0-3,0 0 1,61-126-4,-4 98-2,20 0 2,18-7 2,16 3 4,0 0 4,-3 7-3,-10 3 1,-14 8-8,-11 3 11,-15 8-11,-12 0-1,-16 3-1,-10 0 0,-6 0-6,-7 6-1,-3 19 0,-4 18-2,-7 25 11,-38 29 6,-22 27 42,-13 14-7,-6 3-16,-1 2-11,4-11-12,3-4-2,5-15-114,13-21-254</inkml:trace>
  <inkml:trace contextRef="#ctx1" brushRef="#br0" timeOffset="21700.89">12656 10975 14,'0'0'5,"0"0"0,0 0-5,0 0 5,0 0 0,0 0 10,0 0 45,107 29 42,-29-58-39,17-10-35,12-3 21,-3 2-21,-9 6 1,-20 8-16,-24 10-4,-22 9-9,-14 4-2,-13 3-2,-2 0-43,-18 7-44,-31 2-78</inkml:trace>
  <inkml:trace contextRef="#ctx1" brushRef="#br0" timeOffset="21997.69">13245 10590 364,'0'0'8,"0"0"-8,0 0-2,121-83 2,-68 67 9,-3 6-9,-3 6 0,-9 4 0,-7 0-3,-8 8-3,-6 18-4,-11 22 1,-6 22 9,-23 21 7,-31 17 65,-16 3-26,-6-4-26,9-12-13,18-13-7,21-26-18,16-32-267</inkml:trace>
  <inkml:trace contextRef="#ctx1" brushRef="#br0" timeOffset="25347.81">16310 8017 16,'0'0'16,"0"0"13,0 0-5,0 0-12,0 0 3,0 0-2,0 0-4,-3-22 2,2 20 7,1-2 8,-2 1-7,2 2 62,0-1-72,-3 0-5,3 2 6,0 0-4,0 0-3,0-2 1,0 0 4,0 2 1,0-4 4,0 4-4,0-2 3,0-1 3,-1 3-5,1-1 12,-3-1-9,3-2-4,0 0 11,0-3 4,0 6-5,-2 1-5,2 0-10,0 0 1,0 0 13,0 0-1,0 0-14,0 0-3,-1 0-2,-2 0 2,3 0-1,0 0-6,0 0 2,0 0-2,0 0 1,0 0 1,0 4-6,0 10 4,0 8 7,0 10 0,0 6 0,0 13 0,0 10 4,0 3-4,0 2 0,0-3 0,0-7 3,-3-4-3,-7-10 1,2-6 0,-1-9 0,-1-7 2,3-3 0,-1-7-1,-1-2-2,-3-1 0,-1-1 2,-7-5-2,0-1-3,5 0-124,14-36-159</inkml:trace>
  <inkml:trace contextRef="#ctx1" brushRef="#br0" timeOffset="27546.45">16310 7971 6,'0'0'38,"0"0"-16,0 0-15,0 0-4,0 0 2,0 0-5,0 0 0,0 0 0,0 0-5,0 0 5,0 2-1,0-2 0,0 0 1,0 0 2,0 1 4,3-1-2,3 0 8,3 3 19,0-3 2,4 2-6,5-2 19,10 0-6,7 0-7,5 0-8,2 0-12,8-6-3,2 1-8,-5 2 14,-1 1-15,-9-3 12,-9 5-12,-6 0 0,-7 0 0,2 0-1,0 0 0,-1 0 0,3 0 3,2 0-3,8 0-2,0 0 1,0 0 2,1 0 1,-3 0-2,-5 0 0,-6 0 2,-3 0 0,-4 0-2,-3 0 0,-3 0 2,-3 0-2,3 0 0,-3 0 1,0 0 1,2 0-2,-2 0 0,0 0 0,1 0 3,-1 0-2,0 0 1,0 0-2,0 0 0,3 0 0,-3 0 1,0 0 2,0 0 5,0 0-6,0 0-1,0 0 7,0 0-5,0 0-1,0 0 0,0 0-2,0 0 0,0 0 0,0 0 8,0 0-5,0 0-3,0 0 4,0 0-2,0 0-2,0 0 0,0 0 2,0 0-2,0 0 0,0 0-2,0 0 1,0 3-6,0-3 5,0 2-10,0 0 5,0 1 2,0 6-10,0 3 5,0 5 9,0 6 1,0 1 6,-3 2-5,0-2-1,-1 4 4,-1 0-4,4 3 0,-4 1-1,4 4 1,-1-2 0,-2-1 1,1 0-1,3-4 3,-2 0 1,2-3-4,-1-1-4,-2-2 4,2-1 6,-4 1-6,4 0 0,-6-1 0,2 2 0,-1-2 1,-3-2-2,3-2 5,3 0-3,-1-5 0,-1-2-1,3-2 2,1-2-2,-2 0 0,3-3-3,-1-2 6,1-1-1,0-1-1,-2 0-1,2 0 3,0 0 0,0 0 0,0 0-3,0 0 12,0 0-4,0 0 2,0 0-3,0 0 8,0 0 6,0 0 2,0 0 0,0 0-4,0 0-1,0 0-6,0 0-1,0-1-4,-3-1-6,1-2 0,0 0 0,-1 0 1,0-2 1,1 1 1,0 1-4,-1 1 1,1-1 0,-2 0 1,-2-2-1,1 2 1,2-3 2,-4 0-4,1 0 0,0 1 0,-4-2-2,1 3-6,-2-1 7,1-1-5,-3 6 6,0-2-4,-1 1 2,-1 2 1,-1-2 1,-1 2-1,0 0 1,2 0-3,2 0 3,-2 0-1,5 0 2,-2 0-1,2 2 0,-2 3 0,0-1 0,-2 2 0,-4-1 0,0 3 0,-3-2 3,2 1-3,1-3 0,-3-1 3,4 0-1,3-3 1,0 1-3,2-1 3,-2 0-3,-3 3 3,-1-2-3,-4 3 0,2 0 0,2-1-2,1 0 2,4 1 0,3-1 3,-1 0-3,2 1-1,-4 3-3,1-2 2,2-1 2,3-1-1,2-1 1,4-2 0,-1 0 0,2 0 2,0 0 3,0 0-4,0 0 0,0 0 1,0 0 1,0 0-3,0 0-58,0 0-156</inkml:trace>
  <inkml:trace contextRef="#ctx1" brushRef="#br0" timeOffset="28950.69">16335 8781 16,'0'0'18,"0"0"-8,0 0-10,0 0 0,0 0 5,0 0 1,0 0 8,0-8-4,0 6 3,0 0 0,-1 0 7,-2-2-7,1-1-1,1 0 1,-1-1-4,0-2 0,2 2 3,-2-2-11,2 4 15,0 0-8,-3 0 6,3 0-3,-1-1-9,-1 1 2,-2 0 1,-1 3 1,4-1 1,-1-1 3,-2 2-1,1-2 1,0 3-10,-2-1 3,4 1 0,-2-3 3,2 2-3,1 1 3,0-3 1,0 3-4,0 0 7,0-1-4,0 1-6,0 0 8,0 0-3,0 0 1,0 0-2,0-3 0,0 3 1,0 0-3,0 0-1,0 0-1,-2 0-8,2 0 0,0 15-2,-10 17 7,-11 16 0,-13 2 2,-6-14-162</inkml:trace>
  <inkml:trace contextRef="#ctx1" brushRef="#br0" timeOffset="36324.19">12447 8422 7,'0'0'27,"0"0"-19,0 0 5,0 0 2,0 0 1,0 0-2,0 0 16,17-72-1,-17 72-4,0 0 1,0 0-10,0-3-3,0 3-2,0 0-7,2 0-4,-2 0 0,0 0 1,0 0-2,0 0 1,0 0-10,0 0-5,0 17-1,0 6 16,0 8 0,0-7 17,-2-6-5,2-6-7,0-8-1,0-4 1,0 2 3,0-2-1,9 0 5,12 0 0,13-6 8,10-18 16,16-14-10,12-14-16,9-14-1,3-9 3,4-3-12,-2 4-4,-7 10 4,-15 16-17,-17 9-84,-14 15-54</inkml:trace>
  <inkml:trace contextRef="#ctx1" brushRef="#br0" timeOffset="37727.69">12004 11672 118,'0'0'25,"0"0"-20,0 0 2,0 0 25,0 0-16,0 0-9,0 0-4,0 0 3,0-18 4,0 18 6,0 0-6,0 0-4,0 0-6,0 4-6,0 19-13,0 10 19,0 10 3,0-2 9,0 2 0,0-6-1,0-2-5,4-7 1,2 0-1,0-6-3,3-2-1,-2-4-1,0-4 7,-2-4-6,3-4 4,8 0 2,12-4 3,15-2 25,21-28 15,17-14-3,23-8-21,5 0-8,4 2-13,-11 6-2,-15 6-4,-21 3 7,-17 12-7,-16 5 0,-14 5-4,-9 9 4,-7 4-22,-3 0-93,-3 0-176</inkml:trace>
  <inkml:trace contextRef="#ctx1" brushRef="#br0" timeOffset="39664.3">13790 14017 19,'0'0'1,"0"0"10,0 0 30,0 0-19,0 0-5,0 0 1,0-37-13,0 37 4,0-1 26,0 1-7,0 0 36,0 0-38,0 0 4,0 0 0,0 0-9,0 0-8,0 0-13,0 0 0,0 0-3,0 7-16,0 15 17,0 4 2,0 2 3,0-1-2,8-7 7,4-8-3,10-6-5,9-6 9,28-9 2,28-34 8,38-24 14,22-19-28,19-16 0,5 0 2,-8 7-7,-18 18 3,-33 22-3,-39 19-1,-38 18-30,-29 8-87,-6 8-191</inkml:trace>
  <inkml:trace contextRef="#ctx1" brushRef="#br0" timeOffset="40435.93">12581 15235 79,'0'0'44,"0"0"-11,0 0-17,0 0 31,0 0 49,0 0-45,0-41-16,0 41-35,0 0 0,0 0-1,0 5-7,0 18 8,0-1 6,11 1 4,11 2 8,11-5 1,12-12-8,30-8 22,35-28 29,46-46 4,47-39-44,35-35-17,16-16-5,-1-5-31,-41 17-184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4-04T05:58:38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18362 10842 4,'0'0'46,"0"0"-16,0 0-18,0 0-4,0 0 18,0 0-22,0 0 16,0-66-2,2 48 2,3 0-4,0 0-4,-3 3-8,-1-2 13,3 3-5,-4 2-5,0-1 11,0 4 4,0 3-4,0 2 2,0 1 2,0 3-3,0 0-5,0 0 4,0-2-1,0 2 0,0 0 1,0 0-4,0 0-14,0 0 0,0 0-6,0 23-5,0 21 11,0 22 10,-2 19 29,-8 9-8,-1 4-4,0 0-15,1-7-1,0-10-5,0-10 3,3-12-7,-2-4-2,3-7 5,0-6-4,-3-6 3,0-9-4,-7-8-43,-2-16-93,2-6-210</inkml:trace>
  <inkml:trace contextRef="#ctx0" brushRef="#br0" timeOffset="1067.33">18307 10397 12,'0'0'31,"0"0"1,0 0-12,0 0-9,0 0 12,0 0 42,110 90 21,-45-78 0,11 0-7,10 3-39,6-4-23,5-2 6,11 0-10,-5-2-12,2-1 1,-7 1 3,-9 1 0,-7 3-5,-5-1-3,-9-3 3,-6 4 0,-4-6 4,-11 1-4,-2-2 1,-10-1 1,-6-3-2,-9 0-1,-10 0 1,-2 0 4,-6 0-1,1 0-2,-3 0 2,0 0 1,0 0 6,2 0-6,-2 0 6,0 0-1,0 0 12,0 0 7,0 0-9,0 0-19,0 0 0,0 0-10,0 0 9,0 0-10,0 6-3,0 13-17,-5 17 0,-7 19 31,-5 11 8,4 6-8,-3 1 8,4-1 1,2-6-5,2-8-3,2-8 1,2-5-2,0-12 3,2-5-2,-3-10 0,5-8 1,0-6-2,-1-4 2,-1 0 1,-1 0 5,2 0 3,-2 0 3,0 0 0,-7 0-7,-4-4-5,-2-1-1,-5-4 1,4-1 2,-4 5-4,0-6 0,-1 4 0,-6 1 0,-3-3 6,-5 3-5,-4 2-1,-7 4 6,-10 0-5,-13 0 7,-17 0-7,-15 0 3,-6 8 8,-1 3 6,0-4-4,-3 6 14,1-1-6,2-5-8,14 3 5,18-2-4,17-1-4,15-1-4,14-1-7,5-2 0,12-2-2,-4-1 1,-2 3-34,0-3-79,0 0-135</inkml:trace>
  <inkml:trace contextRef="#ctx0" brushRef="#br0" timeOffset="7534.13">18758 10845 0,'0'0'13,"0"0"-6,0 0 66,0 0-72,0 0 6,0 0-5,0 0-1,0 0 0,0 1-1,0-1-1,0 0 1,0 0 0,0 0 1,0 0-1,0 0 0,0 0 0,0 0 0,0 0 1,0 2-1,0-2 0,0 0 0,0 0 4,0 0-3,0 0 1,0 0 2,0 0 1,0 0 5,0 0 17,0 0 15,0 0 7,0 0-12,0 0 2,0 0 23,0 0-58,0 0 11,0 0-5,0 0-3,0 0 4,0 0 3,0 0-1,0 0-1,0 0 6,0 0-3,0 0-8,0 0 4,0 0-4,0 0-5,0 0-2,0 0-9,0 0-3,0 0-9,0 17-5,0 12 21,0 7 5,-7 5 1,-3-4-1,-1 0 3,4-4-1,-3-2 0,8-9 1,-3-8-1,3-4-1,-1-6 0,3-1-1,0-3-20,0 0-46,0-16-76</inkml:trace>
  <inkml:trace contextRef="#ctx0" brushRef="#br0" timeOffset="8210.67">18763 10810 12,'0'0'33,"0"0"-6,0 0 14,0 0-20,0 0-2,0 0-12,0-2 1,2 2 0,17 0 2,5 0 34,6 0 14,0 0-25,-2 0-15,-1 0-17,-2 0 5,0 0-6,-4 2 0,0 6 0,-4-4 0,-2 2 3,-3-5-3,-2 2 2,-7-3-4,-1 0 2,-2 0 0,0 0 0,0 0-3,0 1 2,0 2-8,0 1 0,0 4 5,0 2 1,0 4 3,-9 2 0,-3 3 0,-4 2 3,-2 1 0,-3 3-2,2-1 6,-3 2-4,-2-2-2,2 2-1,0-4 2,5-2-2,3-4 2,4-4-1,5-2 6,0-3-7,0-4-1,3-1 1,-11 0 4,-1 0 1,-6 0 1,-1 0-4,-1 0 2,0 0-3,1 0-1,2-1 1,1 2 2,5-1-3,4-2 1,6 2 2,-1-2-3,4 2 2,0 1-2,0-2-5,0-1-19,0 0-68,7 0-150</inkml:trace>
  <inkml:trace contextRef="#ctx0" brushRef="#br0" timeOffset="9314.91">19356 10878 34,'0'0'30,"0"0"-10,0 0-10,0 0-4,0 0-3,0 0-3,0 0 2,0 0-1,-3 0 5,2 0-6,-4 0 0,-5 0 0,-3 10 0,-2 5 0,0 0 1,0 2-2,2-2 1,3 2 0,1-1 1,1 0-1,7-2-7,1-2 0,0-2 0,0-2 7,9-5 2,13-3 2,3 0-2,-1 0-1,-5 0 1,0-3-2,-10-5 0,0-2 1,-3-1 11,-6 1 31,0-1-16,0 1 24,0-1-14,0 1-4,0 1-27,0 1 4,0-2 10,-6 3-11,2 1-1,-1 2-6,-1 0-2,5 3-2,-4 1-2,1 0 1,-4 0-3,1 0 1,-3 0-1,-1 1 4,1 11 0,3 1 0,1 1-14,6 0-75,0-4-66</inkml:trace>
  <inkml:trace contextRef="#ctx0" brushRef="#br0" timeOffset="9996.15">19405 11165 19,'0'0'35,"0"0"-2,0 0 5,0 0 12,0 0-14,0 0-10,0-12-6,-3 10-2,-7-3-12,-1 4-1,-2 1 9,-2 0-9,-1 0-2,-2 0-3,2 0 4,1 0-2,-2 8-2,5 2-2,4 0 1,1-2-5,5 2 1,2 0-1,0 2 5,0 1 1,8 0 11,8-1-6,2 0 4,1-2-4,6-2 2,-1-4 0,-2-2-2,0-2-3,0 0 5,-2 0-2,-2-6-1,-4-4 1,-1-3 4,-6-2 18,-2 2 5,-5-6-7,0 2-13,0 0-9,-5 5-3,-12 2-10,-8 6 1,-7 4-5,-8 0-4,-12 18-59,-9 4-142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4-10T04:00:09.1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1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1" timeString="2025-04-10T04:01:30.931"/>
    </inkml:context>
  </inkml:definitions>
  <inkml:trace contextRef="#ctx0" brushRef="#br0">15952 2733 9,'0'0'100,"0"0"-55,0 0 15,0 0-19,0 0 13,0 0-13,0 0-3,-7 0-5,4 0 22,0 0-24,-1 0 13,-4 0-16,-2 0-19,-1 0 16,0 0-22,-3 0 1,-2 4 3,-1 4-3,-3 8 0,-4 2 2,-1 4-1,-6 4 11,-1 2-3,2 2-6,4-4 7,4 2-9,5-1 5,5-4-9,2 2 5,4-5-1,3-2-5,3-2 0,0 0 0,0-2 1,2-2 0,14-2 1,7 0 2,2-6 6,5-2-7,7-2 1,-7 0 2,3 0 7,0-4 0,-8-7 3,2-2 5,-5-3-3,-3-2 12,2-4-2,-6-2-6,2-1-5,-3 1-1,-1-2-5,-8 4 2,1 2-5,-4 0 2,-2 2 3,0 0-11,0 2-1,0 0 6,-7 3-5,1-2-3,-1 5 2,1 4-2,2 0 1,-2 2-2,0 1 0,-2-1 2,-2 3-5,-5-1 1,0-2-2,0 2 5,1 0 0,5 0 0,0 2 0,6-2 0,0 2-5,1 0-1,2 0-9,0 0-27,-1 0-58,1 0-78,0 0-147</inkml:trace>
  <inkml:trace contextRef="#ctx0" brushRef="#br0" timeOffset="1126.48">15992 3607 26,'0'0'54,"0"0"-20,0 0 9,0 0-14,0 0-1,0 0-4,0 0-8,-13-16 1,9 14 6,2 0 4,-1 0 14,0 0-11,-1 1-9,-1-2-2,2 2 7,-1-2-6,-1 1-6,1 2-4,-2-2 2,0 2-4,-1 0-3,-1 0 3,-5 0-3,1 0-5,-3 0 2,-4 4-4,0 10 7,-3 4-4,-2 4-1,1 4 0,1 3 0,2 1 0,5-1 1,0-1-1,7-1-2,4-5 1,4-4-5,0-3-1,5-2 0,17-1-9,6-5 7,2-4 2,5-3 7,-1 0 0,-1-8-5,-4-8 5,-2-1 12,-3-2 0,-2-5-5,-3-2 9,-2 0 6,-6-1 17,-1 5-3,-8 1 14,-2-2-19,0 3 19,0 0-29,0-2-6,-6 4-4,-7 0-1,-3 3-8,-2-1-2,2 5 0,1 1 0,2 2-1,2 2 0,2 2-2,0 4-3,2 0-10,-2 0-32,-3 10-39,0 16-9,2 6-45,9 4-55</inkml:trace>
  <inkml:trace contextRef="#ctx0" brushRef="#br0" timeOffset="1979.11">15975 4399 35,'0'0'49,"0"0"-16,0 0 18,0 0-2,0 0-3,0 0-13,0-53 4,0 46-2,0 1 12,0 2 3,-2 0-13,-1 0 2,0 0-14,-1 4-6,-2 0-17,-5 0 0,-2 0-2,-5 0 0,-4 14 0,-3 5-1,3 2 1,1 3 7,2 0-5,4 3 2,3-3-4,2-1 1,7 2 0,3-1 0,0-2-1,0-4 0,10-2-1,7-2 0,6-6 1,7-4 1,2-4 11,1 0-7,-2 0-1,0-9 0,-3-6 4,-3-3 2,-1-3 21,-8 2 3,-4-2 8,-6-1 23,-6-3-14,0-3-18,-2 0-11,-15 1-6,1 3 3,-1 7-16,0 0-1,3 3 0,-5 4-2,6 2-4,-1 2 3,1 4-4,4 2-19,-1 0-60,-1 0-49,10 0-88,1 0-92</inkml:trace>
  <inkml:trace contextRef="#ctx0" brushRef="#br0" timeOffset="5173.71">16739 2749 42,'0'0'26,"0"0"11,0 0-13,0 0-14,0 0 1,0 0 0,0 0 8,-77-4-10,65 10 9,3 2 1,0-1-9,2 5-9,0-5 0,2 3 4,1 0-5,-1 0 2,4-2-2,1-2 0,0 0-1,0-2 1,0 3 1,0-2 3,3 3-1,9-2 0,5 0-2,-2-2-1,6 3 0,-3-2 12,0-1 2,-4 3-8,-5 0 2,0 2-4,-3 0-3,-3 3 3,1 5 2,-4 2-6,0 4 2,-4-3 5,-17-2 1,-7-1 11,-6-2 9,0-3-9,4-4-6,4-4-11,4-1-1,9-3 3,1 0-4,5-3-31,2-11-53,5-7-45,0-2-41</inkml:trace>
  <inkml:trace contextRef="#ctx0" brushRef="#br0" timeOffset="5669.64">17084 2687 230,'0'0'20,"0"0"29,0 0-14,0 0-11,0 0-20,0 0-4,-18-10-3,9 10 2,1 0 1,1 10 0,1 4 0,0 0 0,3 4 0,0-2 0,3 1 0,0 2 0,0-3 5,0-2-5,0 0 0,7-4-1,4-2 1,2 2-3,-1-2 3,3 0 0,1 2 0,-7 2 4,2 3-4,-5-2 1,-2 2 0,-4 0 0,0-2-1,0 0 2,0 2-2,-15-2 7,-4 1 0,-5 1 14,-2-4-4,3-2-3,0-3-9,4-2-5,7-2 0,3-2 7,2 0-7,7 0-5,0-11-84,1-10-163</inkml:trace>
  <inkml:trace contextRef="#ctx0" brushRef="#br0" timeOffset="6322.16">17416 2729 80,'0'0'57,"0"0"-14,0 0 29,0 0 3,0 0-49,0 0 22,0-34 18,0 32-18,0 0 9,0 2-18,0 0-9,0 0 4,0 0-17,0 0-17,-6 16-19,-7 16 13,-2 10 6,-2 2 4,10-6-4,2-3 1,4-10-1,1-2 1,0-7 1,0-7-2,12-1 0,6-3 2,5-5-2,9 0-3,3 0 3,1 0 5,6-2-3,-11-6 6,-2 0-7,-7 1-1,2 4-2,-8-1 2,1-1 2,-5 4 9,-3 1-8,-4-3 5,-1 3-8,-1 0 2,-1 0-2,5-4-4,6-4-60,2-2-140,0-4-153</inkml:trace>
  <inkml:trace contextRef="#ctx0" brushRef="#br0" timeOffset="6674.23">18055 2630 180,'0'0'57,"0"0"45,0 0-8,0 0-25,0 0-15,0 0-14,0-7-13,-6 7-2,-15 1-23,-4 14 3,-3 5-5,1 2 5,7 0 4,8 2-7,7-4-2,0-1 0,5 2 0,0-5 1,1 0 11,16-2-2,7-4 21,8-4 1,9-4-5,10-2-2,7 0-10,6-10-8,1-8-7,-10 0-1,-5 2-80,-20 2-89,-15 4-155</inkml:trace>
  <inkml:trace contextRef="#ctx0" brushRef="#br0" timeOffset="7315.02">16721 3466 170,'0'0'150,"0"0"-139,0 0 8,0 0-19,0 0 0,0 0-8,8 19 8,-2 11 2,-2 4 7,-1 8 14,-3 2 5,0 5-6,0-2-5,0 1 0,-6-2-12,-1-3-1,-4-7 2,1-10-6,-2-6-77,0-14-192</inkml:trace>
  <inkml:trace contextRef="#ctx0" brushRef="#br0" timeOffset="7872.67">16752 3530 331,'0'0'15,"0"0"16,0 0 41,0 0-34,0 0-13,0 0-11,118-37-13,-109 37-1,-1 12-22,-8 6 16,0 6 6,0 0 8,-20 0-2,-2-4 8,4-2-10,6-5-4,6-6-3,4-3-31,2-4-4,0 0-2,0 0 8,8 0 6,14 0 26,1 0 12,6-6-7,1 2-1,-3-2 1,-2 2-2,6-2-3,-6 4 4,-1 0-4,-5 2 12,-7 0-12,-6 0-12,-5 19-5,-1 1 17,0 7 13,-1 5-4,-20 3 11,-4-3 11,-2-3-3,2-3-3,-3-3-1,1-8 0,-6 0-5,1-5-3,-6-3-6,1-3-9,0-4 7,6 0-4,6 0-3,6-17 1,7-5-2,6-7-46,6 1-89,0-1 3,22 0-76</inkml:trace>
  <inkml:trace contextRef="#ctx0" brushRef="#br0" timeOffset="8093.47">17301 3614 368,'0'0'26,"0"0"55,0 0 3,0 0-43,0 0-25,0 0-9,6-13-7,-2 5-63,3-2-114,5-6-206</inkml:trace>
  <inkml:trace contextRef="#ctx0" brushRef="#br0" timeOffset="8399.73">17625 3282 173,'0'0'75,"0"0"-37,0 0 14,0 0-12,0 0-27,0 0-13,2 5 5,-2 17-5,0 7 52,0 10 6,-6 1-8,-5 4 8,5-4-24,-3-4-2,6-4-18,2-6-4,1-6 0,0-2-7,0-4-3,0 2-17,14-6-113,3-8-69,5-2-142</inkml:trace>
  <inkml:trace contextRef="#ctx0" brushRef="#br0" timeOffset="9352.84">17809 3559 292,'0'0'64,"0"0"6,0 0 17,0 0-20,0 0-26,0 0 3,33-25-8,-17 14-14,5-1-9,6-1-2,-5 4-11,-4 1 9,-8 4-8,-7 2 2,-3 2 1,0 0 0,0 0-4,0 0-6,0 0 5,-6 0-3,-9 0-1,0 6 1,-2 4 2,2 2 1,6 0 1,3 2-11,3 0 10,3 0 1,0 0-7,16 0 4,23-4-40,11-6 19,8-4-28,1 0-28,-7-4-3,-8-12 33,-13 0 18,-9 2 32,-7-5 3,-9 4 5,-3-2 24,-3 6 39,0 1 12,0 2-28,0 4-6,0 2-31,-1 0-6,-1 2-1,-1 0-5,0 0-6,-1 0 0,-4 2-1,-1 12-2,5 2 0,4-2 2,0 0-8,0-5 6,13 0-15,7-5 6,6-4 1,5 0 7,9-6-3,3-18-18,-3-6-9,-3-4-13,-9-4 19,-1-2 12,-7-4-1,1 1 17,-8 9 4,-1 11-3,-7 8 12,-4 7 57,-1 4-16,0 2-16,0 2 10,0 0-19,0 0-29,0 6-29,0 18 12,-12 13 17,-1 3 10,-3 0-4,4-4 3,5-3-6,2-4-2,5-3 0,0-6 4,0-8-4,5-2-1,8-8-6,4-2 5,4 0 1,3 0 8,1-8 2,0-4-7,-3 2-2,-8 4 0,-3 4 4,-9 2-4,1 0 2,-1 0 2,-2 0-4,5 0-1,0 0-1,6 14 1,1 2 20,3 0 3,0-3-6,7 2-10,-4-5 7,5-2-10,4-2 4,1-1-8,-1-5 0,5 0-49,-2 0-48,-9-15-130</inkml:trace>
  <inkml:trace contextRef="#ctx0" brushRef="#br0" timeOffset="9647.25">17639 3389 503,'0'0'3,"0"0"-3,0 0 0,0 0 2,163-83 9,-89 69-10,1 4-1,-5 6-7,-1 4-39,-11 0-85,-12 0-205</inkml:trace>
  <inkml:trace contextRef="#ctx0" brushRef="#br0" timeOffset="11199.02">16855 4273 87,'0'0'50,"0"0"-17,0 0 74,0 0-40,0 0-23,0 0 7,-11-22-7,11 22 0,0 0-13,-2 0-9,2 0-17,-4 0-5,4 0-4,0 10-15,0 22-3,0 16 22,-1 10 12,-4 4 8,-5-5 0,1-7-13,3-10 2,0-8-2,2-8-5,-1-10-1,5-7-1,-5-3 3,5 2-3,-2-6 3,-1 0-2,3 0 5,-3 0 2,-3-10-8,0-11-19,2-7-12,2-8 5,2-3 15,0-1 6,0 1-7,2 0 11,12 5-2,1 2 3,2 5-5,4 2-7,-1 5 11,2 6 2,1 2 3,-1 6-2,-2 3 5,1 3-5,-4 0 4,-2 17-6,-7 7 3,-2 6-3,-6-2 3,0 1 4,0-8-3,-2-3 3,-8-5-3,8-6-4,-2-3 0,4-2 6,0-2-6,0 0-2,0 0-4,0 0-4,0 0-3,6 0 1,13 0 10,3 0-1,6 0 3,-1-4-1,1 1 2,-3-1-1,-1 4 4,-3 0-4,-3 0-3,-4 0-4,-4 4-5,-5 11 11,0 6 1,-5 2 5,0 1-5,0 3 2,-18 2 1,-6-4 3,-3-1 0,-4-2 11,-3-3-3,0-2 6,-3-3-7,3-2-9,0-4 1,4-2 0,2-2 3,3-4-5,3 0-2,7 0 2,2-4-2,0-10-1,7-2-12,2-1-40,4-4 13,0-1-54,16-2-77</inkml:trace>
  <inkml:trace contextRef="#ctx0" brushRef="#br0" timeOffset="11827.52">17752 4321 95,'0'0'157,"0"0"-127,0 0 65,0 0-29,0 0-4,0 0 2,4-42-22,-4 40-9,-5 0-6,-9 2-11,-4 0-16,-7 0 1,-7 10-1,1 12 6,2 2-1,2 4-2,7 0-3,4 4 1,2 2 4,7-2-4,7 1 4,0-5-5,11-4 0,20-6-5,18-6 4,13-10-21,11-2-63,3-2-93,-8-20-189</inkml:trace>
  <inkml:trace contextRef="#ctx0" brushRef="#br0" timeOffset="12411.69">18362 4171 374,'0'0'45,"0"0"60,0 0-34,0 0-21,0 0-18,0 0-15,0-2-8,-12 10-5,-11 16-2,-3 8 5,-1 5 8,3 2-8,2-1 3,4-3-4,5-6-3,3-5-2,1-6 4,6-5-4,1-5-1,2-5 7,0-1-7,0-2-8,0 0-5,0 0-1,0 0-1,0-4 1,8-18-14,9-10 15,10-7-3,1-4 7,-1 5 9,0 6-2,-5 8 1,-6 10 2,-4 4-1,-5 2 0,-1 4 7,0 2-2,-3 2 10,-3 0 3,0 0-7,0 0-9,2 0 0,-1 0-4,8 10 4,2 10 7,3 6 12,0 6-1,0 4 0,1 0-13,0 2 4,1-4-1,-5-2 1,0-5-6,-1-5-2,-4-7-2,0-3 0,-3-2-1,1-1-10,-1-3-68,-3-6-98,0 0-89</inkml:trace>
  <inkml:trace contextRef="#ctx0" brushRef="#br0" timeOffset="12600.57">18284 4430 670,'0'0'5,"0"0"-2,0 0 19,108-43-3,-36 23-6,1 0-9,-2 2-4,-12 4-74,-15 1-258</inkml:trace>
  <inkml:trace contextRef="#ctx0" brushRef="#br0" timeOffset="20272.73">15825 3028 13,'0'0'40,"0"0"-5,0 0 1,0 0-12,0 0 12,0 0-13,0 0 18,0 0-8,0 0-2,0 0-7,0 0-2,0 0-3,0 0 23,0 0-1,0 0 13,0 0 8,0 0 17,0 0 2,-5 0-4,4 2-22,1-2-2,-3 2-12,3-2 14,0 0-7,0 0 9,-1 0 5,1 0 12,-2 2-6,-1-2-21,1 0 1,2 0-2,0 0-15,0 2-15,0-2-9,0 0 7,0 0-14,0 0 2,0 0-2,0 0 2,0 0-2,0 0-2,0 0-41,0 0-79,0 0-65,-2 0-48,-3 0-202</inkml:trace>
  <inkml:trace contextRef="#ctx0" brushRef="#br0" timeOffset="22935.35">15951 3789 42,'0'0'44,"0"0"1,0 0-10,0 0-7,0 0-16,0 0 5,-6-1 3,6 1-12,0 0 9,-3 0 1,1 0-4,-2 0-10,-2 0 0,3 0-3,-1 0 3,2 0-4,-1 0 0,3 0 1,0 0-1,0 0-2,0 0-4,0 0 6,0 0 0,0 0 0,0 0 0,0 0 22,0 0-18,0-3 22,0 2-8,0-1 3,0 2 9,0 0-8,0 0-3,0 0 13,0 0-1,0 0-9,0 0-15,0 0 1,0 0-7,-1 0 10,1 0-11,-2 0 1,-1 0-1,2 0 2,-2 6 2,1-5-4,2-1-1,0 0 0,0 0-3,0 0 0,0 0 4,0 0 2,0 0-2,0 0 3,0 0 0,0 0 2,0 0 1,0 0 2,0 0-5,0 0-3,0 3-3,-1 1 3,-4 2 2,0 3 3,-4 4-2,6-1-3,3-4-11,0-2-81,3-6-51,22 0-57</inkml:trace>
  <inkml:trace contextRef="#ctx0" brushRef="#br0" timeOffset="28913.61">16038 4477 12,'0'0'51,"0"0"-1,0 0-2,0 0-1,0 0 19,0 0-23,-8 0-16,8 0 8,-4 0-14,4 0-7,-1 0 1,1 0 6,-3 0 5,3 0-6,0 0 11,0 0-6,0 0-5,0 0-17,0 0 2,0 0-4,0 0-1,0 0-5,-2 0-62,-1-3-161</inkml:trace>
  <inkml:trace contextRef="#ctx0" brushRef="#br0" timeOffset="31092.65">18982 2799 137,'0'0'36,"0"0"-5,0 0 16,0 0 45,0 0-51,0 0 80,0 0-99,-34-98 20,34 90-10,0 2 9,0 1-14,0 4-11,0-3-6,4-2 6,20 1-16,10 0-3,5 1 3,2 4 1,-4 0-1,-2 0-1,-10 14 1,-3 6-12,-2 10 11,-7 10-5,-5 9 6,-8 10 5,0 7 5,-6-2 7,-6-1-5,6-9-4,4-11-5,2-10-3,0-9 0,7-4-3,12-6 1,7-5 2,5-3 1,9-6 4,9 0 0,-2-5 5,-5-11-5,-3 0-3,-13 4-2,-11 4 5,-5 4-4,-10 4 2,0 0 2,0 0-3,0 0-2,0 0-7,0 0 3,0 6-1,-12 14-2,-3 9 7,2 4 1,1 8 1,1 3-2,2-2 1,7-2 0,2-4-1,0-2-2,0-2 1,0-6 1,11-2 0,1-4-4,-1-1 1,-5-3 0,5 0-2,-3-3 5,2 6-6,1-3-4,1 6 8,3 1-1,-1 4 0,1 3-9,-3-3 12,-3-2-8,1 1 8,-1 0 1,-2 1-1,-1-1 0,-1 5 2,-5 4-1,0 1-1,0 1 0,-6 6-1,-18 3 1,-19 7 4,-23 8 17,-30 6 12,-34 1-9,-36 4-24,-23-12-13,-6-16-231</inkml:trace>
  <inkml:trace contextRef="#ctx1" brushRef="#br0">6646 2646,'22'0,"-22"-21,21 21,0 0,0 0,0 0,0 0,1 0,-1-21,21 21,-21 0,22-22,-1 1,0 21,-42-21,21 0,1 21,-1 0,0-21,0 21,0 0,0 0,22-21,-22 21,0-22,21 22,-20 0,20-21,21 0,-41 21,20-21,0 21,1 0,-1 0,-21-21,21 21,-20 0,41 0,1-21,20-1,-41 22,62 0,1-21,-42 21,20 0,-20 0,21 0,-22 0,-21 0,22 0,-22-21,22 21,-1 0,1 0,42 0,-22 0,1 0,63 0,-42 0,63 0,-21 0,43 0,21 0,-1 0,43 0,-21 0,42 0,-21 0,-21 0,-21 0,21 0,-1 21,-41-21,-1 0,-20 0,-22 0,-21 0,-42 0,-22-21,1 21,-22-21,0 21,22-21,-1 21,-20-21,20 21,1-22,-43 22,42-21,-20 21,-22 0,0 0,-21-21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4-10T05:26:16.41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6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1" timeString="2025-04-10T05:26:40.178"/>
    </inkml:context>
  </inkml:definitions>
  <inkml:trace contextRef="#ctx0" brushRef="#br0">11834 13082 41,'0'0'1,"0"0"24,0 0-23,0 0 11,0 0 4,0 0-15,0 0 10,0-2-1,0 2-7,0-1 3,0 1 0,0 0-6,0 0-2,0 0 4,0 0-3,0 0 4,0 0 2,0 0 7,0 0 0,0 0 7,0 0 18,0 0-36,0 0 4,0 0-3,0 0 5,0 0-2,0 0 5,0 0-4,0 0 0,0 0 6,0 0 3,0 0-1,0 0-1,0 0 2,0 0 10,0 0 0,0 0-7,0 0 5,0 0 4,0 0-5,0 0 0,0 0-8,0 0 1,0 0 4,0 0-7,0 0-1,0 0 4,0 0-16,0 17 0,0 31 0,0 26 12,0 13 31,0 1-10,0-10-5,0-10-8,0-9-11,0-13-1,0-10-5,0-11 0,0-8 2,0-8-5,0-6-25,-4-3-69,-8 0-30,-3-25-148</inkml:trace>
  <inkml:trace contextRef="#ctx0" brushRef="#br0" timeOffset="821.4">11738 13118 157,'0'0'211,"0"0"-194,0 0 13,0 0-12,0 0-14,0 0-1,28-4 11,6 2 34,14 1 5,9-5 0,10 5 4,-1 1-28,-1 0-15,-10 0-13,-5 0 5,-10 1-5,-5 6-1,-8 1 1,-9-2-1,-1-2 0,-7-1 1,-5-3 0,-3 3-1,-1-3 0,-1 0 4,0 0-2,0 0-1,0 0-1,0 1-2,3 8 1,-2 1-10,2 10 11,2 8 2,0 4 2,1 4-1,-2 4 1,-1-2 1,1 1-4,2-3 0,-1-4-1,2 2 0,2-6 2,-1-6-2,-3-1 2,1-10-2,-2-2 0,-4-5 2,2-3 1,-2 1 0,0-2-2,0 0 2,0 2 3,0 0-6,-3 4 0,-13 4 1,-8 3 0,-4 1 0,-3-3-1,1 1 1,1 1 2,1-3-1,0-1-2,-1 4 1,-1-3 2,0 2-3,2-4 1,0-2 0,2 0 1,1 0-1,-2-2 7,4-2-7,-2 0-1,-2 0 0,4-2 0,-4 4 0,2-4 0,-4 2 4,1-1-4,0 3 0,4-1 0,3 0 1,5-2-1,8-1 0,7 0 0,1 0 0,0 0-1,0 0-1,0 0-3,0 0-28,0 0-53,6 0-99,11-7-95</inkml:trace>
  <inkml:trace contextRef="#ctx0" brushRef="#br0" timeOffset="3478.49">13105 13018 20,'0'0'41,"0"0"3,0 0-6,0 0 13,0 0 2,0 0-2,0 0-13,0-28 2,0 26-1,0 0-11,0 0-5,0-2-2,0 0-7,0 3 3,0-2-1,0 0-2,0 3 1,0 0 1,0 0-9,0 0-7,0 0-5,0 23-7,0 17 12,0 14 3,0 14 15,0 3 9,0-2-6,0-2-4,0-10-9,-2-6 3,-1-9-8,3-10 1,-5-12-3,5-4-1,0-8-9,-1-8-101,-3 0-96</inkml:trace>
  <inkml:trace contextRef="#ctx0" brushRef="#br0" timeOffset="4107.38">13082 12988 220,'0'0'47,"0"0"-47,0 0 0,0 0 15,0 0 33,138 0 11,-76 0 11,6 0-13,3 0-4,4 0-25,-8 0-10,-7 0-10,-12 0 1,-13 6-6,-6 0-1,-11-2-2,-4 3-3,-6-4 3,-3 1 0,-2 0-3,-1 0 0,-2-2-1,1 2 4,-1 1-1,4 2-2,-4 3 3,2 2 4,-2 1-4,0 2 1,0 2-1,0 2 4,0 7-4,0 0-1,0 6 0,0 4 1,0 5 2,-2 2 1,-10 2 0,-3-1-1,-2-4 2,-1-4 13,1-4-13,-6-6-1,0-1 5,-5-2 9,-8-2-1,-7-1-4,-3 2 8,-5-4-19,-1-5 9,-1 2-6,-2-3-1,2-7-2,4 1 0,9-3 1,8 0-1,12-3-1,8 0 0,5 0-1,6 0-12,1 0-41,7-17-80,19-19-207</inkml:trace>
  <inkml:trace contextRef="#ctx0" brushRef="#br0" timeOffset="5008.68">14592 13028 66,'0'0'23,"0"0"60,0 0 6,0 0-46,0 0 21,0 0-11,-19-44-2,19 44-8,0 0-13,0 0-21,0 10-9,0 22 0,0 24 16,5 18 39,2 9-10,0 1-7,-2-10-21,2-9-10,-4-12-5,-3-9 9,0-8-7,0-12-4,0-6-54,0-11-75,0-7-128</inkml:trace>
  <inkml:trace contextRef="#ctx0" brushRef="#br0" timeOffset="5623.78">14557 12988 295,'0'0'52,"0"0"-43,0 0-8,0 0 8,142-47 1,-76 37 9,2 2 8,-5 4-6,-7 3-9,-7 1 6,-12 0 0,-4 0-9,-11 0-8,-9 0 0,-6 1-1,1 3 0,-6 3 0,-1 0 4,1 2-1,-2 1 1,0 3 2,0 0-3,0 5 1,0 2-2,0 3 1,0 2 0,0 3-1,0 0-2,0 1 3,0-1-4,0-1 5,0 1-4,3-2 4,3-3-2,-1-1-2,0-2 0,-2-4 4,0 2-4,-3-2 1,0-2-5,0 2 10,0-5-6,0 4 3,0-1-1,0 2 1,-9 2 3,-9 2-1,-4 4 2,-7 0-5,-1 4 19,-7 0-5,-5-2 5,-5 1 1,0-5-12,-5-3 9,-4 0-11,0-6-6,4-1-1,5-9 6,7-3-7,8 0-54,2-30-198</inkml:trace>
  <inkml:trace contextRef="#ctx0" brushRef="#br0" timeOffset="6560.11">12237 12573 191,'0'0'6,"0"0"1,0 0 0,0 0 10,0 0 23,0 0-4,-39-59-17,38 53 3,-1 2 9,0 3 8,0-1-5,0 2-3,2 0-11,-4 0-20,-1 18-11,-2 22 3,-3 12 8,-1 4 6,4 0-2,1-8-3,0-5-1,1-10 6,4-7-5,-3-8 2,2-9 1,2-5-4,0-4 10,0 0-7,0 0 9,0-14-4,0-13-8,0-3-24,0 2 8,2 6 11,8 5 3,2 4-2,0 3-1,1 4-4,2 4 8,1 2-5,3 0 1,-4 0 4,0 16 1,0 2 0,-7 4 1,-4 1 3,-4-1 0,0 1 9,-7 1 0,-17-2 4,-9 0-4,0-5-12,-1-5 6,6-6-7,6-6 0,4 0-29,9-10-49,6-19-76</inkml:trace>
  <inkml:trace contextRef="#ctx0" brushRef="#br0" timeOffset="6794.98">12480 12650 279,'0'0'39,"0"0"-38,0 0-1,0 0 23,0 0 25,0 109 9,0-70-10,0-4-29,0 0-15,0-2 7,0-3-10,0-2-22,0-3-121,7-11-98</inkml:trace>
  <inkml:trace contextRef="#ctx0" brushRef="#br0" timeOffset="7400.22">13723 12252 270,'0'0'197,"0"0"-191,0 0-6,0 0-4,0 0-17,0 0 21,0 129 4,0-57 17,-5 5 12,-2 0-17,-1-5-4,1-8 0,1-12-12,0-10 5,0-13 2,3-13-6,-1-8 6,2-7-7,2-1 7,-3 0 3,3-22-10,0-14-30,0-14-50,7-2 48,8 6 8,6 7 8,-2 14 16,-2 5-1,1 6 5,-1 6-4,-2 4 0,0 4 0,2 0-1,-1 0-1,1 4-1,-2 12 3,-2 3 3,-2 6 5,-4 3 0,-7 0 5,0 4 18,-3-2 2,-23 2-3,-8-3 2,-4-6-21,3-6-5,10-12-6,3-5-57,5 0-134</inkml:trace>
  <inkml:trace contextRef="#ctx0" brushRef="#br0" timeOffset="7752.48">14015 12559 465,'0'0'20,"0"0"-14,0 0 14,0 0-3,114-18-11,-96 18-5,-8 14-1,-4 8 5,-6 8 1,0 4 4,-24 2 8,-5-2 3,5-8-9,4-8-4,9-4-3,5-8-3,5-3-2,1-2-2,0-1 2,0 2-4,0 0-3,13-2 7,18 0 1,9 0 5,12 0 1,8-8-5,8-10-2,6-2-7,5-10-73,-9-4-141</inkml:trace>
  <inkml:trace contextRef="#ctx0" brushRef="#br0" timeOffset="8360.75">14979 12322 336,'0'0'21,"0"0"-12,0 0 27,0 0-2,0 0-15,0 0 4,5-10-12,-5 10-5,2 0-6,0 24-8,1 16 8,-3 10 33,0 6 29,0 1-28,0-5-19,0-2 0,0-9-6,0-4-5,0-9 8,0-8-11,0-8 7,0-6-8,-3-6 2,-1 0-9,-1 0 7,-2-12-4,1-14-5,6-10-3,0-8-6,6-4 6,18 2 0,0 10 6,-1 10 6,-7 9 0,-2 8 2,1 5-2,2 2 3,1 2-3,1 0 1,2 0-1,-4 18-1,0 7 1,-7 6 11,-7 1 1,-3 2 0,0-3 11,-9 1-6,-13-1-4,-5-7 3,4-4-10,2-6-6,8-7-1,4-7-106,9 0-151</inkml:trace>
  <inkml:trace contextRef="#ctx0" brushRef="#br0" timeOffset="8779.73">15485 12426 590,'0'0'5,"0"0"11,0 0 10,0 0-22,0 0 0,0 0 0,62 23-3,-62 3 15,0 2-5,-15 2-3,-7-2-3,-1 0-1,6-3-2,1-4-2,6-7 0,5-6-10,4-4-1,1-2-9,0 0-5,0-2 10,14 0 14,6 0 0,2 0 1,2 0 0,-2 0 0,0 4 0,-3 6-2,-1 9-2,2 6 4,-6 5 10,-3 6 12,-9 2 23,-2 8-3,-14 3 16,-31 5 13,-20 3-34,-18 2-17,-16 2-20,-16-7-16,-15-7-258</inkml:trace>
  <inkml:trace contextRef="#ctx0" brushRef="#br0" timeOffset="10078.89">12375 14223 89,'0'0'115,"0"0"-72,0 0 11,0 0 3,0 0-13,0 0-31,3-2-11,-1 28 7,-2 10 20,6 12 58,0 3-39,-1-6-25,1 4 1,-1-9-17,5-4 4,-4 0-4,0-4-5,-3-2 4,-1-4-6,-2-6-83,0-4-77,0-16-63</inkml:trace>
  <inkml:trace contextRef="#ctx0" brushRef="#br0" timeOffset="10573.49">12435 14231 225,'0'0'115,"0"0"-98,0 0 11,0 0 1,0 0-13,0 0 15,127-50 15,-82 48-14,-3 2-4,3 0-2,-5 0-13,-5 12-5,0 4-5,-2 4-2,-1 0 2,-2 2 0,-2 7 0,-2-4 4,-5 7-7,-3 0 0,-5 0 0,-8 3 2,-1-3 3,-4 0-3,0-2 3,0-2-3,-9 0 10,-7-4-12,-3-2 2,-5 0 6,-4-4-6,-2-4-1,-5-1 1,-4-4-1,-1-3 1,-6 1 5,1-2-6,-1 4-1,3-4-6,6-1-3,12 4-15,5-6-12,6 2-39,8 0-35,1 1-49,5-5-53</inkml:trace>
  <inkml:trace contextRef="#ctx0" brushRef="#br0" timeOffset="10880.89">13693 14291 454,'0'0'0,"0"0"-17,0 0 17,40 136 8,-10-87-5,2-7 9,-4-4-4,-4-2-4,-11-6-3,-3-2-1,-10-10-110,0-7-219</inkml:trace>
  <inkml:trace contextRef="#ctx0" brushRef="#br0" timeOffset="11262.43">13763 14298 383,'0'0'11,"0"0"-8,109-49 15,-59 39 12,2-2-9,-7 6-2,-4 3 9,-13 3-20,-9 0-8,-7 0 0,-5 16 1,-1 1-1,-4 7 5,-1 6 10,-1 6 5,0 2 10,0 2-19,-6 0 9,-10 0-4,-3-3-6,-5 0 6,-7 1-4,-3-9-4,-2 3 1,-1-10-2,3-1-4,3-6-1,9-9-2,9-2-43,8-4-50,5 0-80,8-22-94</inkml:trace>
  <inkml:trace contextRef="#ctx0" brushRef="#br0" timeOffset="11601">15133 14055 502,'0'0'10,"0"0"-6,0 0-4,0 0-14,0 0 14,0 0 14,65 106 6,-43-62 4,-5 0-5,-4-4-8,-4-6-4,-6-6-2,-3-6 1,0 0-6,-2-8-9,-20-4-153,-3-7-175</inkml:trace>
  <inkml:trace contextRef="#ctx0" brushRef="#br0" timeOffset="12011.52">15219 14002 314,'0'0'208,"0"0"-186,0 0 28,0 0-8,0 0-29,133-49-2,-80 46 2,-3 3 6,1 0-18,-11 0 5,-6 0-1,-6 8-5,-9 2-1,-2 2 0,-5 1 1,-2 1 0,-4 1 0,1 6 2,-2 5 1,-3 0 1,0 4 1,-2 4-2,0-2 1,0 2 2,0 0-6,0 0 4,0 3 3,-4 2 2,-8 1 5,-12 1 17,-16 3 4,-24 3 10,-26 4-13,-24 4-19,-19-6-13,-19-2-17,-14-11-179,-11-14-431</inkml:trace>
  <inkml:trace contextRef="#ctx0" brushRef="#br0" timeOffset="14431.45">16142 12836 428,'0'0'15,"0"0"-15,0 0 12,107-85 49,-61 65-24,-1 4-21,-10 6 8,-11 6-10,-9 4-8,-9 0-6,-6 18-6,0 25 6,-2 16 16,-25 18 9,-8 17 24,1 6-8,1 1-21,11-9-9,9-12-1,10-12-9,3-12 7,8-6-5,21-7-1,5-11 0,6-12 0,-3-8-2,3-12 6,-3 0-3,-1-10-3,-7-12-1,-6-5-11,-11 6 6,-7 4 5,-5 7 1,0 6 1,0 3-1,0 1-1,0 0-12,-6 0-7,-11 17 6,-3 15 11,3 4 3,3 7 3,2-4-3,6 8 0,3 3 0,3 2 0,0 6 0,2-2 0,14 1 0,-4-9-2,-2-8 7,-3-4-2,-5-8-1,-2-6-2,0 0 13,-19-8-10,-16 2 19,-19-2 7,-9-4-18,-12-2-3,-5-8-8,-4 0-7,0-10-87,4-18-83,9-14-147</inkml:trace>
  <inkml:trace contextRef="#ctx0" brushRef="#br0" timeOffset="16517.5">17472 12847 434,'0'0'74,"0"0"-38,0 0 69,0 0 37,0 0-135,0 0-5,0-14-4,0 17-11,0 34-11,0 36 18,0 39 6,-17 33 14,-13 15 2,0 4-1,-2-4-6,7-11-7,8-13 4,8-17-6,8-17 0,1-14 4,1-14-3,12-21 1,9-16-2,-5-10-2,-1-19-2,7-6 2,1-2 2,10-10 1,6-22 2,0-10-1,-4-9 0,-11-5 1,-13 4-5,-12-5 4,-4 8-4,-31 5-1,-28 8-9,-14 5-13,-13 11-20,0 3 26,4 4 16,17 7 2,11 2 1,14 0 0,17 4 1,11-1-1,12 1-1,4-3-4,14-7-11,26-6-2,16-8 12,12-12 6,8-6 0,14-5 5,12-6-5,3-5 1,0-5-2,-15 7 2,-19 2 2,-18 6 0,-14-2-2,-15 2 8,-8-3 3,-10 10 1,-5 5-5,-1 11 4,0 10 13,0 6-6,0 8-15,0 1 1,0 0-5,0 0-3,0 1-10,-16 23-1,-8 14 14,-4 15-6,5-1 5,9 2 1,8-6 1,6-8-1,0-2-7,18-6-4,16-8 11,9-6-8,12-10 8,4-8-8,8 0-15,-3-19-11,-3-12 15,-9-3 14,-12-4 2,-5-4 3,-14 2 1,-8 6 3,-4 8-2,-7 14 10,-2 8 15,0 4 4,0 0-31,0 10-7,-5 24-7,-9 12 14,-3 6 0,4 0 2,7-1 3,6-6-4,0-1-1,13-8 6,12-7-6,13-9-2,2-12 2,2-8 2,4 0-1,-11-11-1,-7-14-12,-11-7 9,-16-7-1,-1 2 3,-15 2-4,-23 7-8,-9 10 6,-3 6 2,3 10 5,3 2-2,10 0-5,9 0 7,10 0-1,9 0 0,6 0-2,0 0-4,0 0-7,23 0 5,12 0 9,6-4-4,4-10 4,4 0 0,2 0 2,-3 0-2,-2 4 0,-4 4 5,-10 3-3,-9 3 7,-11 0-9,-2 0 0,-7 0-9,0 1 9,3 15-5,-2 6 5,1 2 9,3 0-4,3 2-3,2-6 3,3-1 1,5-8-6,-3-5 1,1-6 1,3 0-2,1-4 4,-3-16-3,0-2 2,-7 0 6,-4 0-4,-3 2 0,-2 6 2,-4 2 1,2 6 8,-1 6 3,-1-2-5,0 2-14,0 0-5,0 0-7,0 0 2,3 0-6,0 11 9,3 2 5,4 3 2,7-2 5,-1-4-5,6-2 0,3-4 1,2-4 3,3 0 4,3-4 6,0-16 6,-4-6-6,-8-6 3,-12-6 9,-9-10-3,-9-6-11,-19-2-6,-9 1-4,2 11-1,2 12 1,5 14-2,-1 14-5,2 4-17,6 14-76,9 21-22,12 2-89,10-2-72</inkml:trace>
  <inkml:trace contextRef="#ctx0" brushRef="#br0" timeOffset="16944.12">20116 12418 402,'0'0'12,"0"0"9,0 0 35,0 0 9,0 0-54,0 0-11,0 0-19,-38 85 19,29 23 34,0 18 9,-3 10-4,0 3-6,2-8 0,3-13-2,4-16-6,1-18-16,2-16-7,0-14 9,0-16-11,30-18-17,22-20-112,11-4-131,8-44-114</inkml:trace>
  <inkml:trace contextRef="#ctx0" brushRef="#br0" timeOffset="17797.66">20589 12988 473,'0'0'18,"0"0"46,0 0 24,0 0-31,0 0-36,0 0-5,-119-20-7,79 52-5,-3 12 1,4 6-4,10 0 4,10-1-5,9-8 0,10-4-1,0-5-1,6-2 1,17-8 0,-2-6-13,7-8-9,1-8-14,4 0-9,2-14 19,-4-14 25,-3-6 2,-7-4 9,-7-5-4,-3 0 8,0 1-8,-5 9 16,-2 11 1,-2 9 4,-2 8 8,0 5 2,0 0-33,0 0-3,0 0-12,0 0 0,0 15 3,0 6 9,0 5-1,0 2 1,10-3-2,6-6-1,-2-6 2,2-10 0,1-3-3,-1 0-1,3-2 3,2-20-3,-6-4 5,-3-2 2,-3 3 2,-4-4 4,-4 7-8,2 2 7,-3 4-4,0 8-2,0 3 4,0 5 9,0 0-14,0 0-5,0 0-5,0 7-2,0 18-2,0 4 14,0 3 3,4 0-3,14-2 0,9-3-1,5-9-1,8-11 2,3-7-2,2 0 2,-4-15-23,-1-20-16,-2-5 1,-8-2 13,-3-4 6,-7 0 15,-4 4 4,-4 4 0,-6 10 4,-2 11 2,-4 7 8,2 9 14,-2-2-16,3 3-12,-3 4-14,0 35 0,0 22 14,-5 28 15,-8 17 12,-8 9 7,-3 3-1,-3-4-10,-1-6-5,7-8-5,2-11-8,7-15-1,3-7 4,3-16-8,4-8-74,1-15-105,1-24-232</inkml:trace>
  <inkml:trace contextRef="#ctx0" brushRef="#br0" timeOffset="18916.68">21969 12625 677,'0'0'17,"0"0"-17,0 0-6,0 0 6,-16 102 6,-5-30 19,1 8 1,3 3-15,2 1-4,5-10-5,5-9 1,5-16 1,0-12 1,0-14-2,0-8-3,8-10-2,8-5-1,5 0 3,5-23 5,1-14-2,-3-13-3,-7-5 0,-9-6-2,-5 3 1,-3 6 0,-11 10-3,-17 6-2,-6 8 6,-3 6-6,-3 5 5,0 7 1,5 5-1,5 5 0,10 0-2,4 0 2,8 0-5,4 5 2,4 3-4,0 2-1,11-1-1,16 0 5,6-2-2,6-7 7,1 0 0,-2 0 1,-1 0 1,-2 0 0,-7 0-4,-1-4 7,-8 1-5,-3 3 22,-5 0-6,-7 0-11,-2 0-3,-1 0-2,2 4-7,-2 19 3,4 9 4,2 9 8,-1 11-4,5-5 0,2 0 3,3-8-2,1-11-5,0-14-1,0-11 1,1-3-7,2-8 7,5-20 0,-3-9 3,2-7-2,-5-2 3,2 0-3,-4 2 1,0 6-2,-4 9 0,-7 11 1,0 8 1,-6 6 9,0 4-11,0 0 0,0 0-10,0 0-1,0 13-1,0 13 12,0 6 0,0 4 0,0 0 1,0-4 2,13 0 3,3-8-4,8-4 4,1-8-1,9-11 5,5-1-2,1-9 0,1-29 1,0-11-9,-7-8-17,-1-12-13,-3-7 8,-2-14-25,-2-10 18,-5-5-1,-5 10 30,-7 18 0,-9 27 5,0 20 35,0 17 1,0 7-10,0 5-1,0 1-27,0 1-3,0 37-23,-15 15 23,-1 22 10,-3 8 1,2 8 14,0-1 3,1-4 8,2-6-6,5-4-6,8-7-19,1-7 2,0-4-4,1-7-3,13-14-43,0-20-215</inkml:trace>
  <inkml:trace contextRef="#ctx0" brushRef="#br0" timeOffset="19099.28">22941 12627 32,'0'0'729,"0"0"-715,0 0 53,0 0-8,0 0-51,154-56-6,-78 51 5,8 5-7,-9 0-57,-25 3-232</inkml:trace>
  <inkml:trace contextRef="#ctx0" brushRef="#br0" timeOffset="19568.16">21136 14444 715,'0'0'37,"0"0"-18,0 0-18,0 0 32,0 0 19,131-42-15,-16 30 1,21-1-20,-3-1-6,-4 2-1,-12 0 5,-4-4 2,-10 0-8,-15-2-2,-11-2-8,-21 2-66,-27-2-163,-27 0-171</inkml:trace>
  <inkml:trace contextRef="#ctx0" brushRef="#br0" timeOffset="19764.41">21426 14580 709,'0'0'31,"0"0"-23,0 0-1,0 0 83,127-4-36,-14-16-13,17 0-1,4-4-29,-2-8-1,0-4-10,-8-3-6,-20 7-170,-35 0-248</inkml:trace>
  <inkml:trace contextRef="#ctx1" brushRef="#br0">10964 6181,'22'0,"-1"0,-21-21,42 21,-21 0,64 0,84 0,64 0,21 0,148-43,-63 43,148-21,-85 21,127-21,-190 21,-22 0,-42 0,-42-21,-85 21,43 0,-85 0,84-43,-63 43,21 0,22-21,-22 0,0 21,21-42,1 42,41-21,-41-1,41 1,1 21,-21-42,41 42,-41 0,21-21,-43 0,0 21,22-22,-1 1,22 21,21-21,21 21,-43 0,-20-21,-22 21,-63 0,-42 0,-43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4-10T05:28:47.3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3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1" timeString="2025-04-10T05:29:13.778"/>
    </inkml:context>
  </inkml:definitions>
  <inkml:trace contextRef="#ctx0" brushRef="#br0">11997 7303 24,'0'0'39,"0"0"-11,0 0-8,0 0-7,0 0 33,0 0-19,-5-114-18,5 93 2,0 2-11,0 1-10,0 1-16,0 2-11,0-2-72</inkml:trace>
  <inkml:trace contextRef="#ctx0" brushRef="#br0" timeOffset="2602.39">13322 2275 31,'0'0'24,"0"0"-10,0 0 20,0 0 10,0 0-19,0 0 2,0 0-8,6-4-6,-5 4-8,-1 0 3,0 0 8,0 0 10,0 0 6,0 0 0,0 0-5,3 0-1,-3 0-2,0 0-1,0 0 3,0 0-6,0 0 0,0 0-11,0 0-9,0 0 0,2 7-22,3 25-16,2 18 20,1 20 18,0 12 14,-2 3-5,-2 0 15,-2-2-13,-1-5-4,3-10-3,-4-4 1,1-11-4,0-9 5,2-10-3,-1-8-2,-1-9 1,3-6-2,-1-9-106,-3-2-141</inkml:trace>
  <inkml:trace contextRef="#ctx0" brushRef="#br0" timeOffset="3343.88">13477 2257 271,'0'0'10,"0"0"1,0 0 12,0 0 5,0 0-20,0 0-8,-8-9-9,27 9 5,21 0 4,15 0 6,12 0 6,4-2-5,1-5 4,-2 6-9,-4-2 5,-5 3-3,-6 0-4,-5 0 3,-6 0-3,-15 0 0,-6 0 0,-11 0 0,-7 0 0,-4 0 1,-1 0 0,0 0 1,0 0-2,0 0-3,0 0-11,0 13 0,0 13 4,0 16 10,0 10 4,-5 8-1,0 3-1,5-2 1,-2 4-2,2-7 1,0-6 4,0-4-5,0-9 1,0-6-2,0-9 0,0-10 2,0-4 1,0-4-3,0-2 1,0 1 0,0-1-1,-1-1 1,-4 3 2,-6 2 1,-5 0 1,-1 0 4,-2 2-7,-5 0 9,-7 5-4,-5-1-6,-2 1 5,-6 4-3,-1-3 1,-5 2 5,3-3-4,-1 2-3,4-1 0,0-1-2,4-2 3,1 0-2,7-4 0,6-1 1,4-2-2,3 0 1,3-3-1,5 0 0,5-3-3,6 0 0,0 0-91,6 0-102</inkml:trace>
  <inkml:trace contextRef="#ctx0" brushRef="#br0" timeOffset="3996.2">15627 2143 9,'0'0'22,"0"0"7,0 0 27,0 0-9,0 0 20,-31-101-9,31 92-2,-3 5 10,3 0-22,0 4-7,0 0-27,0 0-10,0 22-33,0 26 5,0 24 28,0 17 25,-3 3 4,-1 0-9,-1-8-12,1-10-8,-1-6 7,-5-7-5,1-9 6,0-10-8,0-12-37,6-18-122,-5-12-66</inkml:trace>
  <inkml:trace contextRef="#ctx0" brushRef="#br0" timeOffset="4694.35">15587 2049 279,'0'0'26,"0"0"-16,0 0 44,0 0-16,0 0-32,0 0-6,25-24-9,11 24 9,20 0 0,21 0 18,14 0 6,4 0-3,-5 0-8,-10 4-13,-8 2 5,-9 2 1,-9-2-5,-11-2-1,-10 0 0,-9-2 2,-11-2 2,-4 2-7,-8-2 3,1 0 0,2 0 0,-4 0 0,0 2 0,0 2-7,1 4-13,1 8 13,1 8 7,2 9 0,-3 4 0,-2 8 4,0 3-3,0 2 1,0 2-1,0-4 0,3-2 2,-1-1-2,1-4 3,-1-4-3,1-4 0,-3-2-1,0-5 0,0-4 1,0-4 3,0-2-2,0-4 0,-3-2 2,-4 0 1,-4 0 0,2-2 6,1 0-4,-8 2 17,-5 2-14,-5 0 5,-7 4-3,-4 2 3,-1 2-5,-2 2-2,-5 2 2,-2 0-4,2 1-2,0-3 6,0-3-6,-5 3 3,-3-1-3,-1-1-2,-3-4 5,5-4-7,5-7 2,4-5 5,8 0-7,2 0-16,4 0-171</inkml:trace>
  <inkml:trace contextRef="#ctx0" brushRef="#br0" timeOffset="5948.21">13947 4023 187,'0'0'42,"0"0"-32,0 0 13,0 0-23,0 0-24,0 0 16,0 0 8,25 123 8,-19-71 11,0-1-6,-4-3-3,-1-8 5,2-2-12,-3-2-1,0 0 6,0 2-5,0 1-3,0 3-12,-6-8-168</inkml:trace>
  <inkml:trace contextRef="#ctx0" brushRef="#br0" timeOffset="6772.9">13906 4101 239,'0'0'15,"0"0"7,0 0 33,0 0 4,0 0-7,0 0 51,0-99-99,0 99-4,0 0 0,0-4-1,13 1-9,25-8 10,19-3 1,15-3-1,18 2 2,10-6-1,9 2 5,5-3-6,1-1-3,-7 0 3,-12 0 4,-18 5-2,-21 3-1,-18 5 1,-18 3 2,-14 6-4,-6-2 1,-1 3 6,0 0-1,0 0 5,0 0-5,0 0-6,0 0-2,0 0-6,0 0-3,0 0-4,0 0-4,3 3-4,1 15 15,1 10 8,8 8-4,0 11 4,0 8 0,1 7 1,0 2 1,-2 1 1,-1-3-3,-5-2 0,0-6 4,-2-4-8,-4-2 5,0-7-1,0-4 8,0-6-8,0-6 0,0-7 0,0-5 0,0-8-7,0-2 7,0-3 2,-3 1 2,-4-1 5,-10 3 1,-5-2 0,-8-1-4,-6 2-5,-4 2 3,-5-1-3,-8 1 1,-3-2 2,0-2-4,-6 2 1,4 0-1,-4 4 2,-1 0 3,2-2-5,3-1 0,1 3 0,4-2 0,1 1 1,7 1-2,1 0 2,13-1-3,3 2 2,4 1-12,3 2-51,2 1-28,7-2-5,9-7-72</inkml:trace>
  <inkml:trace contextRef="#ctx0" brushRef="#br0" timeOffset="7336.12">16541 3617 130,'0'0'15,"0"0"16,0 0 35,0 0-6,0 0-29,0 0-8,-3-22-22,3 22-1,0 16-25,0 24 12,2 16 13,5 15 20,2 4 1,-2 4 3,-2-3 0,0-3-13,-5-9-6,0-8 0,0-6-1,0-10 2,0-8-3,0-4-3,0-14-109,-5-14-95</inkml:trace>
  <inkml:trace contextRef="#ctx0" brushRef="#br0" timeOffset="8138.29">16471 3603 233,'0'0'36,"0"0"-24,0 0 16,0 0-18,0 0-10,0 0 0,170-74 8,-84 60 7,4 0-2,3 0 1,-7 4-7,-6-2 0,-5 4-5,-11-2 1,-6 0-3,-1 2 4,-9 0-2,-4 0-2,-10 4 2,-3-2 2,-7 4-4,-5-1-2,-2 2 2,0-1 4,-2 2-3,-3-3 3,-1 3-4,-4 0-4,1 0 2,0 0-1,2 3-8,0 13 7,2 6-3,2 10 7,-1 8-4,4 8 3,-3 8-2,-5 8 3,-2 5 2,-2-1 0,-2-2 0,-1-6 0,3-11-2,-4-6 0,2-8 2,-2-7-2,0-6 0,3-7 4,-4-6-4,0-4 5,0-5-2,0 0-3,0 0 4,0 0 3,0 0 5,0 0-3,0 3 1,0-2-7,-19 6 3,-6 1-5,-3 4 2,-6 2-2,1 0 3,-5 2-2,-6-2-1,-2 2 0,-5 0 5,0 0-6,-1 0-2,-5 3 2,-1 0 0,-3-1 0,-3 0 3,5-4-1,-2-2 2,-4-4-4,-7-2 2,-3-4 7,-1-2-9,2 0 2,8 0-1,7 0-1,10 0 0,14-2 1,11-4 4,8 1-5,8-4-6,8-7-77,0-11-178</inkml:trace>
  <inkml:trace contextRef="#ctx0" brushRef="#br0" timeOffset="9464.77">13700 2719 0,'0'0'14,"0"0"4,0 0 7,0 0-7,0 0-12,0 0 27,-63-38-21,57 30 24,-2 1 0,4 0-16,0-3 5,-3-2-10,5-1 13,-1 2-6,1 3-12,2 1 12,0 1-7,0 1-4,-3-1 10,3-1-8,0 3-4,0 0 12,0 4-4,0 0-8,0 0-9,0 0-11,0 0 1,0 15-15,-1 14 11,-4 14 14,2 2 0,-3 6 4,2-1-2,0-6-2,4-4 6,0-7-6,0-6 1,0-7 0,0-8-1,0-5 3,0-5-2,0-2-1,0 0 9,0 0 9,0 0-5,0 0 8,0-13-18,0-5 1,0-1-4,8-4 0,6 3 0,-3 0-2,6 2 2,-1 2 0,2 0 0,1 2-1,3 0-2,-4 2 0,4 4 2,-7 4-2,0 0-1,0 4-2,-2 0 2,-1 0-1,1 0-2,-3 13 0,-1 2 6,-4 3 1,-5 4-3,0 0-2,0 2-1,-17 4 4,-15-1 2,-1-2 4,-4-2 2,4-6-5,3-2 4,6-8 1,6-4-4,3-3 2,4 0-4,3 0-13,5-10-24,3-6-45,5-4-60</inkml:trace>
  <inkml:trace contextRef="#ctx0" brushRef="#br0" timeOffset="9781.32">14033 2657 203,'0'0'44,"0"0"-17,0 0 4,0 0-31,0 0 0,0 0-25,3 38 6,-3-3 19,0 8 2,-4-1 12,-2 2-8,1-4 3,5-1 3,0-7-12,3-10-69,18-15-160</inkml:trace>
  <inkml:trace contextRef="#ctx0" brushRef="#br0" timeOffset="10950.32">15838 2366 9,'0'0'27,"0"0"11,0 0-1,0 0-4,0 0 5,0 0-10,-50-18-16,42 16 7,1 0 11,-2 0 7,-2-2-6,9 4-10,-5-2 0,4 2 6,2 0 1,0 0-21,1 0-7,-3 0-6,-1 4-15,-4 22 7,-3 12 12,-1 4 4,3 4-2,1 0 0,3-2 2,2-5 1,-1-5-3,4-7 2,-1-6-1,-3-5 2,4-6 1,-1-4-1,1-4 0,0-2 2,0 0 2,0 0 5,0 0 0,0 0-1,0-10-7,0-8-4,0-2 1,5-4-7,10 0 11,3 0-5,4-1 0,3 6 0,-1 1-2,4 4 0,1 0 2,4 3 0,-3 3 0,-1 4-5,-7 4-1,-3 0-3,-8 0-8,-2 15 5,-6 3 12,-3 1-4,0 2 7,0 0-3,-15 2 3,-10-3 2,-5 0 2,-4 0-1,-2-4 0,-2-4 2,4-2-3,4-4 3,5-4-8,4-2 5,5 0 4,5 0-2,9 0-3,2-6-4,0-8-19,17-8-74,23-4-84</inkml:trace>
  <inkml:trace contextRef="#ctx0" brushRef="#br0" timeOffset="11342.4">16180 2423 76,'0'0'131,"0"0"-80,0 0-22,0 0 4,0 0-10,0 0-10,52-32-13,-40 32 1,-1 0-1,4 9-10,-7 15 2,-8 8-1,0 9 7,-19 3 4,-13-1 5,-3-4-5,7-5 3,1-9 1,9-4-4,4-7 1,8-6-3,2-4 0,4 0-3,0-2 3,10-2 0,24 0 14,26-2 1,19-18 10,12-2-21,11 0 2,-7-1-3,-6 6-3,-11 2 0,-21 7-50,-30 5-132</inkml:trace>
  <inkml:trace contextRef="#ctx0" brushRef="#br0" timeOffset="12532.29">14455 4004 23,'0'0'14,"0"0"2,0 0 15,0 0 1,0 0-12,0 0 7,-18-20 14,18 20 3,0 0-17,0 0-15,0 0-12,-4 0-12,-3 17-12,-3 19 21,-3 14 0,-4 9 0,4 8 3,-2-1 0,2 5 1,1-6 4,-3-3-2,6-4 4,-1-8-1,6-8-3,2-16-3,-2-7 0,4-7 0,0-8 1,0-4 0,0 0 3,0 0 12,0-3 15,0-18-13,4-12-12,12-10-6,1-2 0,5 4-2,3 0 0,-1 5 2,2 4-1,0 6 0,0 2 0,-1 2 0,2 3 1,-2 4 0,1 3 0,1 0 0,0 4-5,-5 4 5,-4 2-1,-5 2-8,-3 0-8,-5 8 6,-5 12 1,0 1 2,0 8 2,-16-3 1,-10 4 5,-9-4 12,-1 0 8,-6-2-1,2-1 6,0-7-16,3-4 0,7-7-5,7-2 3,6-3 9,5 0-14,9 0-2,3-16-60,5-9-131</inkml:trace>
  <inkml:trace contextRef="#ctx0" brushRef="#br0" timeOffset="13060.47">14846 4142 258,'0'0'15,"0"0"-3,0 0 3,0 0 3,0 0-8,0 0-5,94-60-5,-90 60-3,-4 2-15,0 20-6,0 9 17,-20 7 7,-4-2 23,-4-4-19,5-9 3,7-6 5,4-7-11,6-6 2,5-3-1,1-1 3,0 0-4,0 0 0,0 0 10,6 0-7,11-7-2,7-5-1,4-2 6,2 2-7,2 0 3,3 0-1,0 0 2,3 2-4,-2 1 0,-7 8-6,-2 1 6,-9 0-4,-5 0 2,0 16-8,-10 5 2,-3 10-6,0 2 11,-10 4 3,-20 1 18,-10 0 6,-5-3 11,-2-6-13,0-2-11,0-5-6,7-8-2,3-6-3,9-8-73,10-3-186</inkml:trace>
  <inkml:trace contextRef="#ctx0" brushRef="#br0" timeOffset="14198.46">16838 3714 56,'0'0'13,"0"0"21,0 0 31,0 0-7,0 0-21,0 0-8,7-64 5,-7 55 14,0 5-16,2 2-4,-2 2 3,0 0-15,2 0-15,-2 0-1,0 0-13,5 20-22,-2 16 18,2 15 8,-2 11 9,-1 6 6,-2-2-6,0-3 3,0-12 2,0-8-5,0-11 1,-2-9 0,-3-8 3,4-7-3,-1-4 0,0-4 2,1 0 6,-3 0 2,4 0 4,-3 0 6,1-14-11,-1-7-6,3-4-2,0-8 4,0 1-6,20-4 1,12 4-1,-1 0-3,6 4 3,-7 6 0,2 4 3,-7 6-3,-3 4 0,-5 4-1,-5 4-3,-5 0 2,2 0-16,-3 14 3,-4 12 1,-2 4 3,0 3 7,-5-4-4,-14 2 8,-10-6 1,-4 1 0,-6-5 3,-1-2 8,5-5-9,1-1 0,9-9 0,5-3 2,7-1 1,8 0-6,5-7-34,0-15-85,20-11-158</inkml:trace>
  <inkml:trace contextRef="#ctx0" brushRef="#br0" timeOffset="14594.87">17370 3721 186,'0'0'52,"0"0"-52,0 0-12,0 0 12,0 0 16,0 0 4,-97 109 3,80-80-2,5-3-13,1 1 4,6-7-2,1-2-7,4-4 1,0-2-4,0 0 2,0-4 9,9-2-10,6-2 5,5-2 0,7-2 1,2 0 4,5 0-7,3 0 3,-1-10 2,-2 1-8,0 0 1,-4 1 4,-7 0-2,-6 0-3,-5 2-1,-1-2-5,1 0-2,-6-2-64,-2 0-112</inkml:trace>
  <inkml:trace contextRef="#ctx0" brushRef="#br0" timeOffset="14910.28">17520 3798 145,'0'0'78,"0"0"-37,0 0 14,0 0-22,0 0-21,0 0-12,5 16-25,-5 26 25,0 22 16,0 12 68,-10 9 8,-9-3 7,1-8-88,1-6-3,3-8 2,2-7-3,5-12-4,6-1-1,1-7-2,0-8 0,10-14-164,24-11-154</inkml:trace>
  <inkml:trace contextRef="#ctx0" brushRef="#br0" timeOffset="15938.6">17956 1262 309,'0'0'14,"0"0"-5,0 0-5,71-116-2,-15 91 4,15 1 3,7 4-7,0 9 8,-9 11 6,-4 0-16,-13 15-6,-9 14 1,-5 7 0,-11 11-2,-11 11-7,-16 14-5,0 15 19,-33 13 8,-10 20 5,-5 9 4,-1 1-5,9-2-6,10-10 3,15-10-9,10-3 2,5-13 2,20-5 1,17-16-4,6-12 5,6-13-5,1-16 3,-1-14 3,2-12-3,-1-4 9,0-14-5,-2-20-4,-7-6 2,-8 2 4,-13 6-6,-13 7 0,-7 10 4,0 6 10,0 7-9,0 2-9,-5 0-1,-11 11-23,-6 16 21,-2 14-1,1 7-2,1 6 6,7 6-2,1 10 2,2 5 6,4 6-6,4 6-2,4 6 0,0 3 4,8 6 4,12-2-6,3-6 0,-1-10 9,-4-12-9,-5-1 0,-7-5-2,-3-4 0,-3-4 2,0-4 0,-21-3 2,-15-2 25,-9-1 30,-15-5 1,-5-5 3,-5-6-24,1-4-17,8-6-12,2-1-5,6-8-3,7-5-20,6-8-158</inkml:trace>
  <inkml:trace contextRef="#ctx0" brushRef="#br0" timeOffset="17167.53">13541 3603 11,'0'0'34,"0"0"-3,0 0-7,0 0 2,0 0 10,0 0-5,-29 0 1,28 0 7,-1 0-5,-1 0-14,3 0-1,-2-4 7,-1 4-2,3-2-7,0 2 3,0 0-7,0 0-13,0 0-4,0 0-2,0 0-12,0 0 3,0 0 3,10 0 1,18 0 11,18-2 13,24-6 6,21-8 15,28-8-8,35-8-1,33-10-7,44-10 2,39-3-5,20 2 12,12-1 1,-2 3-1,0 2-4,-1-4 9,1-4-13,-13-4-1,-8-2-2,-13 3-16,-19 2 10,-25 10-10,-33 12-2,-39 10 2,-38 8 0,-32 5 2,-28 8 2,-18 1-3,-18 4-1,-4 0-5,-5 0 0,3 0 2,0 0-1,3 0-9,2 0-57,2 8-57,-5-7-61,-4-1-89</inkml:trace>
  <inkml:trace contextRef="#ctx0" brushRef="#br0" timeOffset="18519.65">14463 4963 7,'0'0'30,"0"0"0,0 0 3,0 0-4,0 0 5,0 0 7,-37-10-8,36 7-3,1 3 17,0 0-28,0-1 5,0 1-7,0-2-7,0 2 8,0-2-6,0 0-11,3 2-2,19-6 2,11 0-1,17-7 21,21 0 13,17-7-2,26-5-2,26-4 3,26-6-3,27-8 4,26-2-5,26-7-7,30-4 8,16-1-7,9-1 7,-11 4-1,-17 6-15,-24 2 9,-26 6-16,-27 4 5,-29 2 3,-30 5 0,-27 6-1,-19 3-4,-22 2-1,-16 4-2,-10 1-7,-10 4 6,-4 0-6,-7 1-3,-5 2 3,-5 5-4,-10-2-66,-1 3-31,0-1-65,-34-2-72</inkml:trace>
  <inkml:trace contextRef="#ctx0" brushRef="#br0" timeOffset="20040.16">14647 1973 37,'0'0'29,"0"0"-7,0 0 10,0 0 18,0 0-10,0 0 8,0 0-17,0-44 10,0 44-20,0 0 7,0 0-11,0 0-9,0 0-3,0 0-1,0 0-8,0 0-2,0 0-6,0 0 2,0 0-5,0 6 2,5 10 6,3 6 3,9 8 2,6 9 2,9 6 6,5 10 10,12 13-9,9 14-1,5 17 11,-5 11-3,1 13-5,-9 14 0,-8 12-6,-5 17-2,-7 17 4,-2 5-2,-3 4 0,2-6 3,0-10-1,-7-12 5,0-12 13,-3-10-11,-4-9-1,4-9 5,0-6-9,1-3-2,2-13 3,1-14-2,0-24-1,-3-22 4,-2-20-9,0-19-112,-10-13-121</inkml:trace>
  <inkml:trace contextRef="#ctx0" brushRef="#br0" timeOffset="22044.59">17453 1570 235,'0'0'17,"0"0"5,0 0 13,0 0 7,0 0-17,0 0-25,0 0-2,-22-18-2,22 18-11,0 14 15,0 8 0,0 7 0,9 18 4,6 19 21,5 24-3,1 27 7,1 21 10,1 25-2,-4 15 12,-2 12-5,-2 11-2,-2-1-18,-1 7-6,2-4 3,0-17-15,-2-15 2,2-29-4,-3-20 1,-2-11 0,-6-13 5,-3-4-10,-5-12-88,-27-26-182</inkml:trace>
  <inkml:trace contextRef="#ctx1" brushRef="#br0">21357 9991</inkml:trace>
  <inkml:trace contextRef="#ctx0" brushRef="#br0" timeOffset="33925.9">19590 1498 25,'0'0'23,"0"0"3,0 0-20,0 0-1,0 0 16,0 0-15,0 0 7,0-42-8,0 38 1,0-2-6,0 2 1,2 0-1,-1 0 10,5 0-10,-2 1 1,-4 3 0,1-1-1,-1 1-1,1 0 1,2 0 0,-3 0 0,2 0 0,-2 0-1,0 0 1,3 0 0,-3 0 0,0 0-2,2 0 2,-1 0 0,-1 0 0,2 0 0,-2 0-3,0 0 3,0 0 7,0 0-7,0 0 5,0 0 9,0 0-1,0 0-6,0 0-3,2 0-3,-2 0-1,0 0-6,2 0 1,4 0-2,3 1 6,-1 20 1,8 19 17,-3 27 31,-3 18 20,-5 19-12,-5 3-22,0-11-12,0-10-18,0-16 1,-6-10 1,0-12-5,-6-3-1,-10-3-9,-13-10-91,-9-18-126</inkml:trace>
  <inkml:trace contextRef="#ctx0" brushRef="#br0" timeOffset="34141.87">19164 1746 466,'0'0'7,"68"-123"-7,-3 55 0,27-2 13,15 5 9,1 8-1,-7 15-9,-24 14-6,-20 20-6,-24 8-67,-21 20-172</inkml:trace>
  <inkml:trace contextRef="#ctx0" brushRef="#br0" timeOffset="34325.21">19297 2578 344,'0'0'56,"0"0"-36,0 0-18,0 0 42,0 0 1,159-68 29,-56 20-44,0-4-22,-6 2-8,-14 1-118,-18 2-189</inkml:trace>
  <inkml:trace contextRef="#ctx0" brushRef="#br0" timeOffset="34481.93">20387 1649 288,'0'0'10,"0"0"3,0 0-13,0 0-19,0 0-105</inkml:trace>
  <inkml:trace contextRef="#ctx0" brushRef="#br0" timeOffset="35036.51">20183 738 249,'0'0'33,"0"0"2,0 0-8,0 0 51,0 0-32,0 0-21,0-26-13,0 26-9,0 0-3,0 0-8,0 0-3,0 0-6,9 4 8,2 10 8,2 4 2,7 4 1,4 2-2,1 2 2,-2 2-2,-6-2 3,-2 0-3,-8-3-4,-6-6 4,-1-1 0,0-2 3,-20 3 4,-18-2 37,-9 3-18,-6-4-23,9-6 3,11-8-6,14 0-20,13-5-68,6-26-148</inkml:trace>
  <inkml:trace contextRef="#ctx0" brushRef="#br0" timeOffset="35283.99">20731 381 359,'0'0'6,"0"0"-6,0 0-23,0 0 23,0 0 21,39 106 48,-30-58-26,-2 4-10,-5-2-25,-2 1 5,0 0-6,0 0-7,0-1-81,-9-9-72,-7-14-101</inkml:trace>
  <inkml:trace contextRef="#ctx0" brushRef="#br0" timeOffset="35442.26">20657 724 273,'0'0'22,"0"0"-11,0 0 11,124-123 7,-55 87-8,12 0-7,15 6-9,0 8 0,-9 7-5,-17 10-37,-21 5-204</inkml:trace>
  <inkml:trace contextRef="#ctx1" brushRef="#br0" timeOffset="10920.79">20489 7281,'-21'0,"0"0,0 0,0-42</inkml:trace>
  <inkml:trace contextRef="#ctx0" brushRef="#br0" timeOffset="42964.24">20786 1723 3,'0'0'23,"0"0"13,0 0 18,0 0-15,0 0-1,0 0-8,0 0-5,-28-63 10,28 59-17,0-8-7,0 0 9,0 0 0,0-4 5,12 4-20,14-2-9,11-2 4,6 3 0,3 10 3,-3 3-3,-5 0-2,-9 28-14,-11 18 12,-12 18 3,-6 11 1,-6 0 2,-24-6 1,-4-10 5,0-14 4,6-17-11,7-10 2,9-10 0,5-8 3,2 0 6,4-2 17,1-24-27,0-10-2,16-10-41,18-7 19,8 0 9,4-4 3,-1 9 8,1 4-7,-3 10 7,-3 10-2,0 2 8,-3 8-2,-9 3 0,-9 4-2,-7 7 0,-8 0 0,-4 0-17,0 0 14,0 10-2,0 16 5,0 3 2,0 10 11,-1-4-2,1-2-7,0-1-2,0-7 2,0-4-1,13-4-3,7-9 1,0-5 2,2-3 0,3 0 28,0-6-25,-8-13 22,-5-8-17,-5 0-5,-7-4 0,0 3-5,-12 8-1,-17 4-2,-6 9 2,-3 7-3,-2 0 0,9 0 3,6 7 0,12 1 0,7-2-6,6-2-6,0-2-7,18-2 6,22 0 5,17-6 5,6-15 3,-1 0-1,-1 1 1,-12 3 3,-4 4-3,-10 7 3,-10 4-3,-11 2 0,-8 0-6,-5 0-6,-1 4 9,0 10 6,0 4 2,0 0 3,6 2-3,4-2-4,8-4 2,10-5-1,9-9 3,6 0 3,1-1-2,-1-19-6,-6-2-6,-7 0-3,-8 2 9,-8 5 3,-9 6 0,-2 5 10,-3 2-11,0 2 23,0 0-17,0 0-8,0 0-12,2 6-8,2 12 15,3 8 5,5-2-1,5-2 0,3-3-6,5-6 7,10-9 1,10-4 11,13-5 20,1-24-9,2-7-5,-13-4-3,-10-3 20,-16 0-14,-15-3-7,-7 3-10,-5 4-4,-27 9-4,-17 11-3,-19 19-4,-19 0-12,-20 30-45,-13 13-66,-1-3-171</inkml:trace>
  <inkml:trace contextRef="#ctx0" brushRef="#br0" timeOffset="44416.78">19819 3583 136,'0'0'14,"0"0"-5,0 0 4,0 0-1,0 0 21,0 0 11,0 0-13,28-76 8,-26 80-39,-1 31-13,2 16 13,-3 14 13,0-2-2,-4 1-6,-8-6 1,4-7 3,4-9-9,4-8-35,0-16-73,22-15-50</inkml:trace>
  <inkml:trace contextRef="#ctx0" brushRef="#br0" timeOffset="44635.71">20082 3720 300,'0'0'98,"0"0"-98,0 0-21,0 0 9,0 0 12,0 0 1,0 47 1,0-26 0,0-3 4,0 0-4,0-2 1,0-3-3,-4 0-19,-13-5-58,-8-8-78</inkml:trace>
  <inkml:trace contextRef="#ctx0" brushRef="#br0" timeOffset="44837.58">19408 3457 323,'0'0'9,"0"0"-3,-12-143 3,39 98 4,26 0-9,19 1 7,13 2-11,9 10 0,-8 8 1,-15 14-1,-21 10-56,-26 19-100,-24 34 11</inkml:trace>
  <inkml:trace contextRef="#ctx0" brushRef="#br0" timeOffset="45011.86">19381 4560 14,'0'0'14,"0"0"3,0 0 5,0 0 3,0 0 53,0 0 39,175 15-47,-64-75-51,10-12-6,3-10-13,0-6-74,-17-12-59</inkml:trace>
  <inkml:trace contextRef="#ctx0" brushRef="#br0" timeOffset="45911.46">20399 3180 229,'0'0'22,"0"0"21,0 0 16,0 0-10,0 0-49,0 0-18,0-2 0,-11 26 18,0 2 3,2-2 0,1-3 3,1-7-3,6-6-2,-1-2-1,2-6 0,0 0 0,0 0 7,0 0-1,0 0-1,0-3 4,13-13 1,4-4-3,6 2-7,-9 8 3,-1 4 0,-4 6-3,-4 0-2,7 0-21,2 10 10,6 5 13,7 5 2,5-5 0,12-5 7,10-6 5,8-4-14,3-4 0,-3-20-44,-8-6-2,-8-4-3,-7-2 4,-11-6-19,-10-2-28,-3-1 35,-11 8 57,-4 5 10,0 11 44,-4 7 5,-12 9-14,-1 2-23,2 3-6,2 0-4,-4 0 1,2 7-13,2 12-1,-4 9 1,4 4 4,-2 7 4,8-4-3,2-5 3,5-7-7,0-7-1,0-6 1,0-6 5,5-4 1,-4 0 7,8 0 25,4-15 16,8-23-36,0-7-10,0-11-9,-2-5-3,3 0-3,0-8-2,-1-1-9,1 0-5,-2-2 18,-2 7 4,-6 11 4,-3 16-3,-8 18 19,1 10-1,-2 8-12,0 2-4,0 0-3,0 0-9,0 14-10,0 26 8,0 22 10,0 27 1,-19 21 19,-2 18 10,-3 11-2,0 15-13,1 10-7,6 5-6,-4 0 10,2-3-11,-5-13 0,-3-7-9,2-20-66,0-32-77,1-34-9</inkml:trace>
  <inkml:trace contextRef="#ctx0" brushRef="#br0" timeOffset="46316.75">20400 3389 3,'0'0'75,"0"0"-55,0 0-12,0 0 33,0 0-26,0 0-10,-41-34 1,34 34-6,0 0 0,-5 0-1,-5 0 1,-6 4-52,-3 11 0,-1 6-16</inkml:trace>
  <inkml:trace contextRef="#ctx0" brushRef="#br0" timeOffset="46772.58">20230 3519 113,'0'0'26,"0"0"-15,0 0 42,0 0-13,0 0 4,0 0 8,13-48 1,-13 48-30,0 0-23,0 0-14,0 6-18,0 34-9,0 26 34,-15 29 7,-3 16 49,0 12-18,2 2-12,5-1-10,5-4 2,3-6-3,3-6-3,0-3-5,2-9-76,16-18-78</inkml:trace>
  <inkml:trace contextRef="#ctx0" brushRef="#br0" timeOffset="48340.5">21549 3352 178,'0'0'0,"0"0"0,123-99 1,-58 67 5,1 7 3,-9 5 11,-9 8 10,-9 7 0,-10 5-8,-2 0-22,-8 29-1,-7 17-11,-9 18 12,-3 20 31,-21 9 6,-16-3-9,-6-12-9,3-18-3,6-16-4,12-20-4,10-10-3,9-11-1,3-3 3,0-6 23,3-30-30,24-19-5,8-17-14,11-14 13,6-6 1,3 6-4,-6 11-1,-5 22 8,-4 14 1,-12 13 1,-3 8 0,-11 8 0,-3 8-2,-9 2 0,1 0-20,4 10-4,-4 18 10,-1 10 16,0 10 16,-2 9 0,0 3-1,0 0 4,0-8-16,0-8 3,0-14-2,6-11-2,11-8-2,8-11 3,7 0 0,7-10 20,2-26-7,-4-14-1,-10-9-4,-11-1-2,-11 6-5,-5 8-4,-15 12 2,-22 10-2,-12 8 3,-9 11-3,1 5 1,5 0 0,8 0 6,14 0-7,13 1-5,9 5-2,6-2-15,2 0 1,0 2 4,15-2 8,22-3 9,13-1 13,7 0-5,3-4 0,0-9 2,-6 0-10,-8 0 4,-9 5-4,-12 4 5,-15 4 1,-6 0-6,-4 0-4,0 0-1,0 0-13,0 8 0,0 13 18,0 4 7,4-1-1,8 2 10,1-4-14,9-4 4,2-4 6,2-5-9,4-9 10,1 0-5,2-9 9,-1-13-10,-2-2 2,-5-2 2,-6 4-7,-7 4-1,-6 8-2,-3 6 11,-3 4-11,0 0-1,0 0-26,0 2-22,8 15 34,0 8 14,8-2 0,2-1 4,10-7 1,11-4 1,14-10 3,21-1 6,11-9-3,7-22 11,-10-7-12,-15-7 8,-24-10 2,-28 1 16,-15 6-3,-43 10-9,-66 24-25,-76 14-1,-69 35-4,-49 44-32,-8 21-105,18 20-250</inkml:trace>
  <inkml:trace contextRef="#ctx1" brushRef="#br0" timeOffset="23286.93">20913 4487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4-10T05:30:35.3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1" timeString="2025-04-10T05:30:38.066"/>
    </inkml:context>
  </inkml:definitions>
  <inkml:trace contextRef="#ctx0" brushRef="#br0">13386 9886 53,'0'0'23,"0"0"-12,0 0 7,0 0 24,0 0-5,0 0 8,17-103 15,-17 89-19,0 0-12,0 1 25,0-2-34,0 1 17,0-2-7,0 2-14,0 2 14,0 0 9,0 4-17,0 2 8,0 2 10,0 4-13,0 0-7,0 0-20,0 2-2,0 34-20,-6 30 18,-16 31 4,-6 13 23,-3-1-11,-2-3-3,5-15 0,5-14-1,5-15-2,7-20-6,7-18-24,0-12-40,1-10 4,-2-2 38,2-24 4,3-24-134,0-20-66,0-8 56</inkml:trace>
  <inkml:trace contextRef="#ctx0" brushRef="#br0" timeOffset="230.83">13354 9641 194,'0'0'93,"0"0"-24,0 0-5,0 0-37,0 0-18,0 0-7,85 32 27,-38 8 36,3 10-30,-1 10-18,-2 7-8,-2-1 0,-5-4-2,-2-6 0,-3-4-7,-7-10-5,-8-6-61,-3-11-97,-9-18-32</inkml:trace>
  <inkml:trace contextRef="#ctx1" brushRef="#br0">19473 12700</inkml:trace>
  <inkml:trace contextRef="#ctx0" brushRef="#br0" timeOffset="5810.7">14024 9667 1,'0'0'15,"0"0"-11,0 0-2,0 0-1,0 0 0,0 0 3,0 0 11,0 0 21,8-18-18,-4 10-17,2-2 2,0 1 5,0-3-5,-2 7 2,-2-1 14,-1 2 15,-1 2-10,0 0 1,0 0 5,0 2-8,0 0-5,0 0-7,0 0 0,3 0 10,-3 0-9,0 0-3,0 0-3,0 6-5,0 26 0,-19 20 6,-12 20 37,-5 6 14,-3 5-36,3-9-13,3-12-6,1-6 2,7-6-3,-2-1-1,6-1 1,-4-5 0,3 0 1,0-9-2,4-6 0,0-4-15,1-8-78,-3-14-106</inkml:trace>
  <inkml:trace contextRef="#ctx0" brushRef="#br0" timeOffset="12042.07">13665 13291 211,'0'0'22,"0"0"-16,0 0 3,0 0 23,0 0 18,0 0-5,0 0 6,0 0-5,93 68-11,-76-70-10,-9-5 5,-6 4-10,-2-3 6,0 2-5,-2-2 0,-32 4-21,-19 2-4,-17 0 4,-5 8 0,0 10-2,11 2 2,14 0 13,10-2-13,13-1-8,9-2 7,8 2-6,9-2 0,1 6 0,0-4 4,8 3 3,12-4-2,8 2-2,6-8 4,4 0 0,5-4 3,6 0 1,0-2-2,2 5-2,1 3 1,-3 3-1,-9 7 0,-10 2 0,-9 3-3,-13 3-1,-4-2-1,-4 1 3,-5 0-6,-25 1 5,-7-4 3,-6-4 3,-7 0 4,-2-3-6,-10-4 8,-13 1-2,-9 1-3,-10-6 0,-2 2 0,9-12 0,13-1 8,18 0-10,16 0 9,13 0-11,9-1 6,12-9-6,6 1-55,0-11-69,11-8-260</inkml:trace>
  <inkml:trace contextRef="#ctx0" brushRef="#br0" timeOffset="17333.58">9842 12154 7,'0'0'15,"0"0"2,0 0 1,0 0 1,0 0-7,0 0 10,0 0-9,0 0 0,0 0-4,0-3 3,0-1 4,0 1-3,-1-4 21,1 2-4,-3-1-12,1-5-6,2 0 33,0-2-34,0 1 2,0 1 3,0-2 10,0 5-8,0 0 5,0 2 12,0 4-13,0 2-16,0 0-2,0 0-4,8 18-14,8 22 14,0 15 3,2 8 1,3-1 5,1-1 1,3-9-6,-1-8 0,1-8-2,-3-9 2,-7-9-4,-2-6 3,-6-9 3,-4-3-5,-3 0 3,2 0 11,1 0 6,7-19 17,4-13-26,1-7-10,4-3 0,-3 4-1,-3 2 1,-1 6 2,-6 8-3,0 6 0,-2 8 3,-4 8 9,0 0-13,2 0-2,2 0-10,2 18-9,9 8 21,3 6 2,0-2 1,4-1-1,0-6-1,0-3-1,2-3 0,-1-8 3,-5-3 4,1-6-3,-1 0 3,0 0-1,4-11 2,0-11 2,0-7-2,-5-3-2,-3-4 4,-2-4 7,-5-3-8,0 0 8,-3-1-13,0 2 2,-1 2-6,3-1-1,3 3-2,3 4-68,4 2-109,-1 4-315</inkml:trace>
  <inkml:trace contextRef="#ctx0" brushRef="#br0" timeOffset="18536.95">16552 11733 276,'0'0'4,"0"0"2,0 0 12,0 0 27,0 0 6,36-109-14,-31 99 15,0 3 7,0 4-28,-5 3 13,1 0-29,-1 0-15,0 22-16,0 16 16,0 19 0,-11 11 13,-12 8 8,-2 0 0,1-6-5,4-8-8,7-12-6,3-8 1,5-7 5,3-9-7,2-6 0,0-8-1,0-2 0,0-2 0,17-2 0,16-2 1,12-4 11,11 0-7,6 0 2,2-2-6,1-4 1,-6 0 0,-2-1 1,-7 4-3,-5-1-9,-8-2-64,-13-6-88,-14-8-198</inkml:trace>
  <inkml:trace contextRef="#ctx0" brushRef="#br0" timeOffset="18793.52">16598 11789 372,'0'0'10,"0"0"-5,0 0 6,0 0 33,0 0-36,0 0 4,144-53-2,-76 38-2,6-2-8,-7 6 0,-3 0 0,-13 4-76,-13-1-74,-17-3-99</inkml:trace>
  <inkml:trace contextRef="#ctx0" brushRef="#br0" timeOffset="18982.65">16809 11628 153,'0'0'42,"0"0"18,0 0-3,0 0-29,0 0 2,0 0-13,156-38-3,-83 26-11,-4 6-3,2 2 0,-8 4-65,-11 0-140</inkml:trace>
  <inkml:trace contextRef="#ctx0" brushRef="#br0" timeOffset="20073.75">14009 11869 256,'0'0'8,"0"0"4,0 0 7,0 0 4,0 0 14,0 0-14,-92-14-1,74 30-14,-6 20-6,-4 10 34,-1 8-10,3 2-16,4-1 11,5-4-9,4 0 0,8-7-4,5-4 1,0-7-5,0-5-1,28-7 2,16-7 14,24-7 19,20-7 12,25-3-16,15-23-8,7-2-10,-1-2-8,-12 2-5,-18 1 5,-19 8-8,-27-1-10,-33-6-169</inkml:trace>
  <inkml:trace contextRef="#ctx1" brushRef="#br0" timeOffset="19103.25">19092 12234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0" timeString="2025-04-10T05:32:04.7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1" timeString="2025-04-10T05:32:17.711"/>
    </inkml:context>
  </inkml:definitions>
  <inkml:trace contextRef="#ctx0" brushRef="#br0">17251 13399,'0'84,"0"43,0-21,21 21,-21 21,21 0,0 1,1-44,-22-20,21-21,0-1,-21-21,0-20,21-22,-21 21,21 0,-21 0,0 0,64 43,-43 20,0-41,0-22,-21 21,21-21,1 1,-22-1,0 0,0-63</inkml:trace>
  <inkml:trace contextRef="#ctx0" brushRef="#br0" timeOffset="4391.14">17293 13420,'21'-21,"22"21,20 0,-20 0,-1 0,21 0,1 0,-1 0,22 0,-21 0,-1 0,22 0,-1 0,-20 0,21 0,20 0,44 0,-44 0,22 0,43 0,-22 0,-21 0,-42 0,-22 0,1 0,-1 0,-21 0,-20 0,-1 0,21 0,22 0,63-43,-85 43,85-42,21 21,-42 21,63-21,-21 21,-105-22,-22 22,42 0,-41 0,-1 0,21 0,-21 0,0 85,-21-64,0 22,0 20,0-42,0 0,0 43,22-43,-22 0,0 22,21-1,0 0,-21-21,21 22,-21-22,0 21,0-21,0 1,0 20,0-21,0 21,21 1,-21 20,21-20,-21 20,22 22,-22 42,21-64,0 64,0-42,0-22,-21-41,0 20,0-21,0 0,0 0,0 1,0 20,0-21,0 0,21 22,-21-22,0 0,0 0,22 0,-22 0,0 1,0 20,0-21,0 0,21 22,-21-22,0 0,0 0,0 0,0 0,0 1,0-1,21 0,-21 0,0 0,0 22,21-1,-21-21,21 0,-21 0,0 1,0-1,0 0,21 0,-21 0,0 0,0 1,22 20,-22-21,0 0,-22-21,1 21,-21 1,-22 20,22-21,-21 0,-1 0,-21-21,-20 22,-1-22,-42 21,42-21,-21 0,63 21,-63 0,43 0,-1 0,-21 1,43-22,-1 21,1-21,20 21,-84-21,64 0,-1 0,1 0,-22 0,0 0,-42 0,22 0,-44 0,65 0,-1 0,0 0,1 0,20 0,22 0,-22 0,22 0,21 0,-21 0,42-21,0 0,-22-22,22 1,-21 0,0 20,21-62,0 63,0-1,0 1,-21 0,21 0,0-21,0 20,-21 1,21 0,-21 0,21 0,0 0,0-22,-22 43,22-42,0 21,0 0,0-1,-21 22,21-42,0 21,0 0,-21 0,21-1,0 1,0 0,0 0,-21 0,21 0,0-1,0 1,-21 21,21-21,-21 0,21 0,0 0,-22 21,22-22,0 1,0 0,0 0,-21 21,0 0,21-21,0 0,0-1,-21 22,21-21,-21 0,21 0,0 0</inkml:trace>
  <inkml:trace contextRef="#ctx0" brushRef="#br0" timeOffset="9215.11">18521 13737,'21'0,"-21"43,21-1,0-21,1 21,-22 1,21-1,0-21,-21 0,0 1,21-1,-21 0,0 0</inkml:trace>
  <inkml:trace contextRef="#ctx1" brushRef="#br0">4979 7953 352,'117'-71'0,"-58"-31"-120</inkml:trace>
  <inkml:trace contextRef="#ctx1" brushRef="#br0" timeOffset="10920.47">18531 13756 24,'0'0'11,"0"0"10,0 0 2,0 0-3,0 0-8,0 0-7,0 0 2,0-29-6,0 28 29,0-5-14,0 6 17,0-2-6,0 2-14,0 0-6,0 0-2,0-2-5,0 2 9,0-2 3,0 0 0,0-1-11,0 2 5,0 1 1,0 0 14,0 0-8,0 0-9,0 0-2,0 0-1,0 0 1,0 0 6,0 0 4,0 0 8,0 0 8,10-4 4,13-1-11,11 1 9,6 0-2,5 0-8,2-1-6,3-1-4,-2-1-3,-3 6-2,0-5 0,-9 3-3,-5 3-2,-9 0 0,-7 0 0,-3 0 0,-2 0 0,3 0 0,-1 0 1,1 0-1,-2 0 0,1 0 0,1 0 0,-1 0 2,-1 0-4,-7 0 4,0 0-6,-4 0 5,0 0-2,0 0 2,0 0-1,0 0 1,0 0 0,0 0-2,0 0 0,0 0-3,0 0 4,0 0-6,0 0 4,0 0-1,0 0-1,0 0-2,0 9-8,0 3 10,0 7 4,0 4 1,0 3-1,0 5 1,0 2-5,0 5 8,0 4-3,0-2 0,0 0-1,0-5 0,0-3-1,0-5 3,0-4 0,0-5-1,0-4 0,0-4 0,0 0 0,0-2 0,0-2-1,0 0 2,0 0 1,0-2-3,0 2 1,0-4-1,0 1 0,0-3 1,0 0-1,0 0 2,0 0-2,0 0 2,0 0-2,0 0 1,0 0-1,0 0-3,0 0-2,0 0 5,-10 0 1,-5 0-1,-7 0 0,-3-3 5,-3-3-5,-6-2 0,-6 2 1,1-3-1,1 6-1,7-1 1,4 2 4,8-2-2,6 2-1,3 2-1,3 0 0,-3 0-4,5 0 1,-3 0-4,3 6-80,-5 3-49,5 2-70</inkml:trace>
  <inkml:trace contextRef="#ctx1" brushRef="#br0" timeOffset="12772.41">19420 13824 10,'0'0'14,"0"0"36,0 0-10,0 0-19,0 0 1,0 0-5,0 0 1,0 0 6,0 0 7,0 0 15,0 0-1,12 0 26,28-6 9,13-4-20,12-4-33,1 2-13,-3-1-2,-12 4-4,-8 3-5,-9 4-2,-12 0-1,-9 2 0,-8 0-34,-5 0-66,0 0-8,0 4-19,-25 8 5</inkml:trace>
  <inkml:trace contextRef="#ctx1" brushRef="#br0" timeOffset="13035.91">19658 13743 157,'0'0'48,"0"0"17,0 0 14,0 0-50,0 0-16,0 0-13,0 19-1,4 15 1,2 13 33,-4 6-22,-2 8-3,0 4 2,-21 8-10,-8-5-15,-1-18-296</inkml:trace>
  <inkml:trace contextRef="#ctx0" brushRef="#br0" timeOffset="28703.72">19579 6773</inkml:trace>
  <inkml:trace contextRef="#ctx1" brushRef="#br0" timeOffset="31274.19">18825 15763 1,'0'0'19,"0"0"-8,0 0-10,0 0 2,0 0 0,0 0-3,0 0-7,-5-72-4</inkml:trace>
  <inkml:trace contextRef="#ctx1" brushRef="#br0" timeOffset="31821">18853 15400 12,'0'0'4,"0"0"3,0 0-4,0 0 9,0 0 22,0 0-25,0-48-1,0 44 9,0-3 9,0 3-21,-3 1 9,3-3-1,0 2-1,0 0 11,0 4 2,0-4 0,0 4-1,0 0-11,0 0-10,0 0-3,0 0-4,0 0-4,0 0-3,0 8 6,0 9 5,0 4 1,0 5 7,0 8 4,3-2 6,2 8-9,2 0 6,-4 5 1,2-6-4,0 4-5,0-5-2,-3-2 2,3-4-7,0-2 7,-4-8-3,1-2-4,0-4 0,0-1-14,-2-12-29,0-1-60,0-2-31</inkml:trace>
  <inkml:trace contextRef="#ctx1" brushRef="#br0" timeOffset="32961.08">18833 15332 3,'0'0'46,"0"0"-3,0 0-3,0 0 4,0 0 4,0 0-10,0 0-11,-60-30 5,57 26 2,3 4-11,0 0-5,0 0-18,0 0-2,0 0-17,0 0-9,33 0 28,22 0 16,28-10 22,20 2-11,5-5-1,1 4-18,-12-5-5,-12 4-2,-21 2 2,-21 4 1,-18 0 2,-15-1-3,-10 5 9,0-1 5,0-2-3,0-1-1,-9-2-12,-3 2 2,1 0 3,1 3 2,3 1-8,6 0 0,-1 0 0,2 0 0,0 0-4,0 0-12,0 9-4,0 14 17,0 3-4,0 10-1,0 0-3,15 4 10,5 0-6,2 1 7,1 3 0,-4-4 2,2-4 2,-6 0 3,0-4-7,-3-2-1,-2-4 1,-3 2 2,1-6 0,-1-4-2,-5 0 11,-1-8-10,-1 2 0,0 2 2,0-2-3,0 3 2,0-2 4,-3 1-4,-10-2 6,1-2-5,-1 2 1,-6-5 5,-6 0-7,-5 3 5,-7-2-2,-6-4-1,-7 0-1,-2-4-2,-3 0 2,-4 0 2,-3 0-1,-1 0 0,-1-4-2,3-4 0,7-2-2,9 2 2,13-2-2,12 6 0,10 0-4,7 4 4,3 0-22,0 0-101,25 0-74</inkml:trace>
  <inkml:trace contextRef="#ctx1" brushRef="#br0" timeOffset="33939.19">20330 15245 13,'0'0'37,"0"0"4,0 0-13,0 0-12,0 0-4,0 0-5,11-11 0,-11 11-1,0 0 1,0 0-5,0-3-2,0 3 4,0 0-3,0 0-1,0 0 0,0 0 0,0 0 1,0 0 2,0 0-3,0 0-4,0 0-24,0 0-63</inkml:trace>
  <inkml:trace contextRef="#ctx1" brushRef="#br0" timeOffset="44656.93">19089 15384 34,'0'0'25,"0"0"5,0 0-2,0 0 4,0 0 7,0 0-4,0 0-13,0-11 8,0 8-9,0 1-2,0 2-6,0 0-4,0 0-1,0 0-4,0 0-7,0 0 3,0 0-6,0 0 0,0 0 2,0 5 4,0 8 0,0 6 7,4 4 1,4-1 2,0 0-7,0 0-2,-1 0 0,-2-4 2,0-5-3,-3 1 7,-2-5-7,0 0 6,0-3-3,0 2 1,0-4 3,0 0-6,0 0-1,0 2-13,0-2-31,-2-4-26,-5 0-60</inkml:trace>
  <inkml:trace contextRef="#ctx1" brushRef="#br0" timeOffset="45788.83">19151 15370 36,'0'0'37,"0"0"-3,0 0 0,0 0 5,0 0-6,0 0-2,0-18 1,0 16 0,0-1-6,0 0-14,0 0 10,0-1-12,0 4-5,11-5-4,6 1-1,8 0-2,9 0 2,4 0 7,-3 4-2,-3 0-2,-5 0-3,-10 0-2,-5 0-2,-3 0 4,-6 0-2,2 4 0,-3 0-2,0 4 4,-2 1 0,0 6 0,0-1 2,-6 4 2,-10-1-3,-4 4 10,-5-3-6,2 0-2,-1-8 1,2-2 0,1 1 0,8-4-3,1-1 5,1-2-4,5-2 2,4 0-4,2 0 6,0 0-3,0 0-1,0 0 3,0 0 4,0 0-1,0 0-8,0 0 8,0 0-8,0 0 0,0 0 0,0 0-1,8 0-1,9 0 2,10 0 0,5 0 6,2 0-3,-1 0 2,-1 0-2,-4 0-1,-4 0 0,-5 0-2,-2 0-2,-6 0 2,4 0 5,-3 0-5,0 0 2,-2 0-4,-1 4 2,-4-1 0,-1 2 0,3-1-2,-4 2-1,0 1-1,1 2 2,-2 0-1,-2 1 6,0-1-2,0 4 1,0 1-2,0-5 5,-6 4 2,-5-6 0,4 4 2,-4-6 2,0 4-2,3-2-3,-7 0 4,-3 5-6,1-4 1,-6 2 2,2-6 10,2 0-1,-5 0-4,-2-2 3,-7-2-2,-1 0-1,-2 0 9,-2-4-14,3-2 1,5-8-4,2 6 4,3-4-6,3 5-2,2-2 0,0 7-4,-4-3-79,6-4-216</inkml:trace>
  <inkml:trace contextRef="#ctx0" brushRef="#br0" timeOffset="78286.94">17907 14944,'21'0,"0"21,1 0,-1 21,0-42,0 43,-21-22,0 0,21-21,0 0,-21 21,0 0,22-42,-1-21,63-22,-41-20,20 41,-20 1,-22 0,0 21,0-1,0 22,-21 22,0-1,21 0,1 0,-22 21,21-20,0-1,-21 21,21-21,-21 0,0 1,21-22,0 0,1-43,20 1,-42 0,21-1,21 1,-42 0,22-1,-1 22,-21-21,21 42,-21-21,0-1,0 1</inkml:trace>
  <inkml:trace contextRef="#ctx0" brushRef="#br0" timeOffset="83015.37">18119 14330,'21'0,"0"0,0 21,-21 0,21 0,1 1,-22 20,21-21,-21 21,21 1,-21-22,0 0,21 21,-21 1,21-1,-21 0,0-20,0-1,21-21,-21 42,0-21,0 0,0 1,22-22,-22 21,21-21,21 0,22 0,20 0,1 0,0-21,-22 21,1-22,-22 1,0 21,-21 0</inkml:trace>
  <inkml:trace contextRef="#ctx0" brushRef="#br0" timeOffset="84110.75">20299 14626,'0'0,"0"64,21-1,-21 1,0-43,21-21</inkml:trace>
  <inkml:trace contextRef="#ctx0" brushRef="#br0" timeOffset="85703.32">20489 14288,'22'0,"20"42,-42 0,21-21,-21 1,21-22,-21 42,0-21,21-21,-21 21,0 0,0 1,0-1,0 0,0 0,0 0,-21-21,21 21,-21-21,0 22,0-1,0-21,-22 21,22 0,-21-21,42 21,-21-21,21 21,0 1,21-22,0 21,0-21,0 0,-21 21,43-21,-22 0,0 0,0 21,21-21,-20 0,-1 0,0 0,0 0,0 0,0 21,1-21,-1 0,0 0,21 0,-21 0,1 0,-22 21,21-21</inkml:trace>
  <inkml:trace contextRef="#ctx0" brushRef="#br0" timeOffset="89023.73">20447 14309,'-21'0,"0"0,0 21,-1-21,1 0,21 21,-21 0,0-21,0 21,0 22,-1-22,1-21,21 21,0 0,-21-21,0 0,21 21,0 1,0-1,0 0,-21 0,21 0,0 0,0 1,0-1,0 0,0 0,0 0,21-21,0 0,21 21,-20-21,-1 0,0 0,0 0,-21 22,21-22,-21 21,21-21,-21 42,0-21,0 22,22-43,-22 42,21-42,-21 21,0 0,0 0</inkml:trace>
  <inkml:trace contextRef="#ctx0" brushRef="#br0" timeOffset="93384.35">19537 14584,'0'-21,"0"0,-21 21,-22 0,22 0,0 0,0 0,0 0,0 21,-1-21,1 0,21 21,0 0,0 0,0 0,-21-21,21 22,0-1,-21-21,21 21,0 0,0 0,0 0,0 1,21-22,-21 21,0 0,0 0,21 0,-21 0,21-21,-21 22,0-1,22-21,-1 21,0-21,-21 21,21-21,0 0,0 0,1 21,-1-21,0 0,0 0,0 0,0 0,22 0,-22 0,0 0,0 0,0 0,-21-21,0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D7C1E-FABC-DF46-A636-6BC6E6343E42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07F8C-7666-C340-9E44-76454C0A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2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07F8C-7666-C340-9E44-76454C0AB1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7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7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2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0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9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7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0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8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7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80014-8D4D-4F6D-B623-3726696F0EC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E0ED9-3BF3-4EC8-95BF-D5C0D133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6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AWT (Abstract Window Toolkit) is Java’s original platform-dependent GUI toolkit.</a:t>
            </a:r>
          </a:p>
          <a:p>
            <a:r>
              <a:rPr lang="en-US" dirty="0"/>
              <a:t> It provides basic UI components like buttons, text fields, labels, and event handling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427618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6215-A4CC-4C54-7925-818CD86A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C26D69-4D96-E827-6C43-63871888C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936" y="1600200"/>
            <a:ext cx="781812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3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java.lang.Object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├── </a:t>
            </a:r>
            <a:r>
              <a:rPr lang="en-US" dirty="0" err="1"/>
              <a:t>java.awt.Component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├── </a:t>
            </a:r>
            <a:r>
              <a:rPr lang="en-US" dirty="0" err="1"/>
              <a:t>java.awt.Container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├── </a:t>
            </a:r>
            <a:r>
              <a:rPr lang="en-US" dirty="0" err="1"/>
              <a:t>java.awt.Window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├── </a:t>
            </a:r>
            <a:r>
              <a:rPr lang="en-US" dirty="0" err="1"/>
              <a:t>java.awt.Frame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├── </a:t>
            </a:r>
            <a:r>
              <a:rPr lang="en-US" dirty="0" err="1"/>
              <a:t>java.awt.Dialog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├── </a:t>
            </a:r>
            <a:r>
              <a:rPr lang="en-US" dirty="0" err="1"/>
              <a:t>java.awt.Panel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├── </a:t>
            </a:r>
            <a:r>
              <a:rPr lang="en-US" dirty="0" err="1"/>
              <a:t>java.applet.Applet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├── </a:t>
            </a:r>
            <a:r>
              <a:rPr lang="en-US" dirty="0" err="1"/>
              <a:t>java.awt.ScrollPane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├── </a:t>
            </a:r>
            <a:r>
              <a:rPr lang="en-US" dirty="0" err="1"/>
              <a:t>java.awt.Canvas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43000" y="2490480"/>
              <a:ext cx="5367240" cy="3025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3640" y="2481840"/>
                <a:ext cx="5385240" cy="30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43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Component</a:t>
            </a:r>
            <a:r>
              <a:rPr lang="en-US" dirty="0"/>
              <a:t>: Base class for all UI elements (Button, Label, </a:t>
            </a:r>
            <a:r>
              <a:rPr lang="en-US" dirty="0" err="1"/>
              <a:t>TextField</a:t>
            </a:r>
            <a:r>
              <a:rPr lang="en-US" dirty="0"/>
              <a:t>, etc.).</a:t>
            </a:r>
          </a:p>
          <a:p>
            <a:pPr lvl="1"/>
            <a:r>
              <a:rPr lang="en-US" dirty="0"/>
              <a:t>Display of graphic object on the screen</a:t>
            </a:r>
          </a:p>
          <a:p>
            <a:pPr lvl="1"/>
            <a:r>
              <a:rPr lang="en-US" dirty="0"/>
              <a:t>Handles various keyboard and mouse events</a:t>
            </a:r>
          </a:p>
          <a:p>
            <a:r>
              <a:rPr lang="en-US" b="1" dirty="0"/>
              <a:t>Container</a:t>
            </a:r>
            <a:r>
              <a:rPr lang="en-US" dirty="0"/>
              <a:t>: Holds components (Panel, Frame, Applet, etc.).</a:t>
            </a:r>
          </a:p>
          <a:p>
            <a:r>
              <a:rPr lang="en-US" b="1" dirty="0"/>
              <a:t>Window</a:t>
            </a:r>
            <a:r>
              <a:rPr lang="en-US" dirty="0"/>
              <a:t>: A top-level container like Frame and Dialog.</a:t>
            </a:r>
          </a:p>
          <a:p>
            <a:r>
              <a:rPr lang="en-US" b="1" dirty="0"/>
              <a:t>Panel</a:t>
            </a:r>
            <a:r>
              <a:rPr lang="en-US" dirty="0"/>
              <a:t>: A generic container inside a Frame or Window.</a:t>
            </a:r>
          </a:p>
          <a:p>
            <a:r>
              <a:rPr lang="en-US" b="1" dirty="0"/>
              <a:t>Applet</a:t>
            </a:r>
            <a:r>
              <a:rPr lang="en-US" dirty="0"/>
              <a:t>: Used for embedding UI in web applications.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491880" y="3742920"/>
              <a:ext cx="666720" cy="457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6120" y="3739320"/>
                <a:ext cx="679680" cy="4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530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Swing is a more advanced GUI toolkit than AWT, introduced in </a:t>
            </a:r>
            <a:r>
              <a:rPr lang="en-US" b="1" dirty="0"/>
              <a:t>Java 2 (JDK 1.2)</a:t>
            </a:r>
            <a:r>
              <a:rPr lang="en-US" dirty="0"/>
              <a:t>. It provides a richer set of UI components and greater flexibility.</a:t>
            </a:r>
          </a:p>
          <a:p>
            <a:pPr marL="0" indent="0">
              <a:buNone/>
            </a:pPr>
            <a:r>
              <a:rPr lang="en-US" b="1" dirty="0"/>
              <a:t>Key Features of Swing</a:t>
            </a:r>
          </a:p>
          <a:p>
            <a:r>
              <a:rPr lang="en-US" b="1" dirty="0"/>
              <a:t>Lightweight</a:t>
            </a:r>
            <a:r>
              <a:rPr lang="en-US" dirty="0"/>
              <a:t>: Does not rely on the OS's native UI components.</a:t>
            </a:r>
          </a:p>
          <a:p>
            <a:pPr lvl="1"/>
            <a:r>
              <a:rPr lang="en-US" dirty="0"/>
              <a:t>Always generate similar type of output irrespective of the underlying platform</a:t>
            </a:r>
          </a:p>
          <a:p>
            <a:r>
              <a:rPr lang="en-US" b="1" dirty="0"/>
              <a:t>Pluggable Look and Feel</a:t>
            </a:r>
            <a:r>
              <a:rPr lang="en-US" dirty="0"/>
              <a:t>: Can be customized with themes.</a:t>
            </a:r>
          </a:p>
          <a:p>
            <a:r>
              <a:rPr lang="en-US" b="1" dirty="0"/>
              <a:t>More Components</a:t>
            </a:r>
            <a:r>
              <a:rPr lang="en-US" dirty="0"/>
              <a:t>: Provides advanced UI elements like </a:t>
            </a:r>
            <a:r>
              <a:rPr lang="en-US" dirty="0" err="1"/>
              <a:t>JTable</a:t>
            </a:r>
            <a:r>
              <a:rPr lang="en-US" dirty="0"/>
              <a:t>, </a:t>
            </a:r>
            <a:r>
              <a:rPr lang="en-US" dirty="0" err="1"/>
              <a:t>JTree</a:t>
            </a:r>
            <a:r>
              <a:rPr lang="en-US" dirty="0"/>
              <a:t>, </a:t>
            </a:r>
            <a:r>
              <a:rPr lang="en-US" dirty="0" err="1"/>
              <a:t>JTabbedPane</a:t>
            </a:r>
            <a:r>
              <a:rPr lang="en-US" dirty="0"/>
              <a:t>, etc.</a:t>
            </a:r>
          </a:p>
          <a:p>
            <a:r>
              <a:rPr lang="en-US" b="1" dirty="0"/>
              <a:t>Event-Driven</a:t>
            </a:r>
            <a:r>
              <a:rPr lang="en-US" dirty="0"/>
              <a:t>: Uses listeners to handle user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6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78C2-28A3-9A20-A74D-EA39902B7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89904-09B8-C425-54C9-66848348A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00200"/>
            <a:ext cx="73152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1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DB32-D22F-51C2-2244-728F046B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4847-8BA7-537E-6EA8-6809038AF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In Java GUI, components are of two types:</a:t>
            </a:r>
          </a:p>
          <a:p>
            <a:pPr marL="0" indent="0">
              <a:buNone/>
            </a:pPr>
            <a:r>
              <a:rPr lang="en-IN" b="1" dirty="0"/>
              <a:t>1. Heavyweight components (AWT)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native OS resources</a:t>
            </a:r>
            <a:r>
              <a:rPr lang="en-IN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Example: Buttons, </a:t>
            </a:r>
            <a:r>
              <a:rPr lang="en-IN" dirty="0" err="1"/>
              <a:t>TextFields</a:t>
            </a:r>
            <a:r>
              <a:rPr lang="en-IN" dirty="0"/>
              <a:t> in AWT are created using the OS (Windows, Linux, etc.)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Each component has its own </a:t>
            </a:r>
            <a:r>
              <a:rPr lang="en-IN" b="1" dirty="0"/>
              <a:t>peer</a:t>
            </a:r>
            <a:r>
              <a:rPr lang="en-IN" dirty="0"/>
              <a:t> (a native screen resource) </a:t>
            </a:r>
          </a:p>
          <a:p>
            <a:pPr marL="0" indent="0">
              <a:buNone/>
            </a:pPr>
            <a:r>
              <a:rPr lang="en-IN" b="1" dirty="0"/>
              <a:t>2. Lightweight components (Swing)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Written </a:t>
            </a:r>
            <a:r>
              <a:rPr lang="en-IN" b="1" dirty="0"/>
              <a:t>entirely in Java</a:t>
            </a:r>
            <a:r>
              <a:rPr lang="en-IN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Do not use native OS components</a:t>
            </a:r>
            <a:r>
              <a:rPr lang="en-IN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Drawn using Java code on a common container (like </a:t>
            </a:r>
            <a:r>
              <a:rPr lang="en-IN" dirty="0" err="1"/>
              <a:t>JFrame</a:t>
            </a:r>
            <a:r>
              <a:rPr lang="en-IN" dirty="0"/>
              <a:t>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Only the top-level container (like </a:t>
            </a:r>
            <a:r>
              <a:rPr lang="en-IN" dirty="0" err="1"/>
              <a:t>JFrame</a:t>
            </a:r>
            <a:r>
              <a:rPr lang="en-IN" dirty="0"/>
              <a:t>) is heavyweight; all others are lightweight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7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 </a:t>
            </a:r>
            <a:r>
              <a:rPr lang="en-US" dirty="0" err="1"/>
              <a:t>vs</a:t>
            </a:r>
            <a:r>
              <a:rPr lang="en-US" dirty="0"/>
              <a:t> AWT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51061"/>
              </p:ext>
            </p:extLst>
          </p:nvPr>
        </p:nvGraphicFramePr>
        <p:xfrm>
          <a:off x="457200" y="2034381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Dependency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native OS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Lightweight, written in pure 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Slower (relies on 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(handles rendering internally)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Look &amp; Feel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OS-dependent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 be customized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Components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Basic UI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 UI elements (tables, trees,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Extensibility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Highly extensible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Thread Safety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thread-safe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thread-safe (uses Event Dispatch Thread)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077522"/>
            <a:ext cx="167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3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JFrame</a:t>
            </a:r>
            <a:r>
              <a:rPr lang="en-US" dirty="0"/>
              <a:t> (Top-Level Container)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 is a </a:t>
            </a:r>
            <a:r>
              <a:rPr lang="en-US" b="1" dirty="0"/>
              <a:t>standalone, top-level window</a:t>
            </a:r>
            <a:r>
              <a:rPr lang="en-US" dirty="0"/>
              <a:t> with a title bar, minimize, maximize, and close buttons.</a:t>
            </a:r>
          </a:p>
          <a:p>
            <a:r>
              <a:rPr lang="en-US" dirty="0"/>
              <a:t>It is commonly used for GUI applications.</a:t>
            </a:r>
          </a:p>
          <a:p>
            <a:r>
              <a:rPr lang="en-US" dirty="0"/>
              <a:t>You can add components to a </a:t>
            </a:r>
            <a:r>
              <a:rPr lang="en-US" dirty="0" err="1"/>
              <a:t>JFrame</a:t>
            </a:r>
            <a:r>
              <a:rPr lang="en-US" dirty="0"/>
              <a:t> using its </a:t>
            </a:r>
            <a:r>
              <a:rPr lang="en-US" dirty="0" err="1"/>
              <a:t>contentPane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09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JApplet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JApplet</a:t>
            </a:r>
            <a:r>
              <a:rPr lang="en-US" dirty="0"/>
              <a:t> is a </a:t>
            </a:r>
            <a:r>
              <a:rPr lang="en-US" b="1" dirty="0"/>
              <a:t>Swing-based Applet</a:t>
            </a:r>
            <a:r>
              <a:rPr lang="en-US" dirty="0"/>
              <a:t> used for embedding Java applications in web browsers.</a:t>
            </a:r>
          </a:p>
          <a:p>
            <a:r>
              <a:rPr lang="en-US" dirty="0"/>
              <a:t>Since applets are now deprecated, this class is rarely used.</a:t>
            </a:r>
          </a:p>
          <a:p>
            <a:r>
              <a:rPr lang="en-US" dirty="0"/>
              <a:t>Similar to </a:t>
            </a:r>
            <a:r>
              <a:rPr lang="en-US" dirty="0" err="1"/>
              <a:t>JFrame</a:t>
            </a:r>
            <a:r>
              <a:rPr lang="en-US" dirty="0"/>
              <a:t>, but meant for use within a browser.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8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JPanel</a:t>
            </a:r>
            <a:r>
              <a:rPr lang="en-US" b="1" dirty="0"/>
              <a:t> (Lightweight Container)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JPanel</a:t>
            </a:r>
            <a:r>
              <a:rPr lang="en-US" b="1" dirty="0"/>
              <a:t> (Lightweight Container)</a:t>
            </a:r>
          </a:p>
          <a:p>
            <a:r>
              <a:rPr lang="en-US" dirty="0" err="1"/>
              <a:t>JPanel</a:t>
            </a:r>
            <a:r>
              <a:rPr lang="en-US" dirty="0"/>
              <a:t> is a </a:t>
            </a:r>
            <a:r>
              <a:rPr lang="en-US" b="1" dirty="0"/>
              <a:t>general-purpose container</a:t>
            </a:r>
            <a:r>
              <a:rPr lang="en-US" dirty="0"/>
              <a:t> that can group multiple components together.</a:t>
            </a:r>
          </a:p>
          <a:p>
            <a:r>
              <a:rPr lang="en-US" dirty="0"/>
              <a:t>Unlike </a:t>
            </a:r>
            <a:r>
              <a:rPr lang="en-US" dirty="0" err="1"/>
              <a:t>JFrame</a:t>
            </a:r>
            <a:r>
              <a:rPr lang="en-US" dirty="0"/>
              <a:t>, </a:t>
            </a:r>
            <a:r>
              <a:rPr lang="en-US" dirty="0" err="1"/>
              <a:t>JPanel</a:t>
            </a:r>
            <a:r>
              <a:rPr lang="en-US" dirty="0"/>
              <a:t> does </a:t>
            </a:r>
            <a:r>
              <a:rPr lang="en-US" b="1" dirty="0"/>
              <a:t>not</a:t>
            </a:r>
            <a:r>
              <a:rPr lang="en-US" dirty="0"/>
              <a:t> have its own window; it must be added to another container.</a:t>
            </a:r>
          </a:p>
          <a:p>
            <a:r>
              <a:rPr lang="en-US" dirty="0"/>
              <a:t>Used for better organization of GUI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0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ECA9-D4A5-4F5B-9069-1076D34E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56C427-B086-CEF5-910C-5AB7A0F343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22901"/>
          <a:ext cx="822960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1807421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04122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6142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282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Acts as the </a:t>
                      </a:r>
                      <a:r>
                        <a:rPr lang="en-IN" b="1"/>
                        <a:t>main window</a:t>
                      </a:r>
                      <a:r>
                        <a:rPr lang="en-IN"/>
                        <a:t> of an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Acts as a </a:t>
                      </a:r>
                      <a:r>
                        <a:rPr lang="en-IN" b="1"/>
                        <a:t>container inside a window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89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Top-level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Lightweight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208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Execution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 run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Cannot run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748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Package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javax.swing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javax.swing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850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Inheritance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Extends Frame (AWT)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Extends JComponent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13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Used to create GUI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Used to organize/group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346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Default Layout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BorderLayout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FlowLayout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00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Visibility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Needs setVisible(true)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Visible when added to a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274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Examples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Main application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Panels inside the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647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72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5796-EAED-B193-10AF-8C517FF4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JButton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AA3B3-BF6E-1022-CAB0-17EBFF63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JButton</a:t>
            </a:r>
            <a:r>
              <a:rPr lang="en-IN" dirty="0"/>
              <a:t> is a Swing component used to create a </a:t>
            </a:r>
            <a:r>
              <a:rPr lang="en-IN" b="1" dirty="0"/>
              <a:t>clickable button</a:t>
            </a:r>
            <a:r>
              <a:rPr lang="en-IN" dirty="0"/>
              <a:t> in a GUI application. It is part of the </a:t>
            </a:r>
            <a:r>
              <a:rPr lang="en-IN" dirty="0" err="1"/>
              <a:t>javax.swing</a:t>
            </a:r>
            <a:r>
              <a:rPr lang="en-IN" dirty="0"/>
              <a:t> package.</a:t>
            </a:r>
          </a:p>
          <a:p>
            <a:pPr marL="0" indent="0">
              <a:buNone/>
            </a:pPr>
            <a:r>
              <a:rPr lang="en-IN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</a:t>
            </a:r>
            <a:r>
              <a:rPr lang="en-IN" b="1" dirty="0"/>
              <a:t>text, icon, or both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Generates an </a:t>
            </a:r>
            <a:r>
              <a:rPr lang="en-IN" b="1" dirty="0"/>
              <a:t>event when clicked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</a:t>
            </a:r>
            <a:r>
              <a:rPr lang="en-IN" b="1" dirty="0"/>
              <a:t>ActionListener</a:t>
            </a:r>
            <a:r>
              <a:rPr lang="en-IN" dirty="0"/>
              <a:t> for handling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Fully </a:t>
            </a:r>
            <a:r>
              <a:rPr lang="en-IN" b="1" dirty="0"/>
              <a:t>customizable</a:t>
            </a:r>
            <a:r>
              <a:rPr lang="en-IN" dirty="0"/>
              <a:t> (</a:t>
            </a:r>
            <a:r>
              <a:rPr lang="en-IN" dirty="0" err="1"/>
              <a:t>color</a:t>
            </a:r>
            <a:r>
              <a:rPr lang="en-IN" dirty="0"/>
              <a:t>, font, size, etc.)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45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C7F8-ADD3-1058-0278-FC20A8EE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7F9C3-F22C-D32B-213E-86D62B790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JButton</a:t>
            </a:r>
            <a:r>
              <a:rPr lang="en-IN" dirty="0"/>
              <a:t> b1 = new </a:t>
            </a:r>
            <a:r>
              <a:rPr lang="en-IN" dirty="0" err="1"/>
              <a:t>JButton</a:t>
            </a:r>
            <a:r>
              <a:rPr lang="en-IN" dirty="0"/>
              <a:t>(); // empty button</a:t>
            </a:r>
            <a:br>
              <a:rPr lang="en-IN" dirty="0"/>
            </a:br>
            <a:r>
              <a:rPr lang="en-IN" dirty="0" err="1"/>
              <a:t>JButton</a:t>
            </a:r>
            <a:r>
              <a:rPr lang="en-IN" dirty="0"/>
              <a:t> b2 = new </a:t>
            </a:r>
            <a:r>
              <a:rPr lang="en-IN" dirty="0" err="1"/>
              <a:t>JButton</a:t>
            </a:r>
            <a:r>
              <a:rPr lang="en-IN" dirty="0"/>
              <a:t>("Click"); // button with text</a:t>
            </a:r>
          </a:p>
          <a:p>
            <a:r>
              <a:rPr lang="en-IN" dirty="0" err="1"/>
              <a:t>JButton</a:t>
            </a:r>
            <a:r>
              <a:rPr lang="en-IN" dirty="0"/>
              <a:t> b3 = new </a:t>
            </a:r>
            <a:r>
              <a:rPr lang="en-IN" dirty="0" err="1"/>
              <a:t>JButton</a:t>
            </a:r>
            <a:r>
              <a:rPr lang="en-IN" dirty="0"/>
              <a:t>(new </a:t>
            </a:r>
            <a:r>
              <a:rPr lang="en-IN" dirty="0" err="1"/>
              <a:t>ImageIcon</a:t>
            </a:r>
            <a:r>
              <a:rPr lang="en-IN" dirty="0"/>
              <a:t>("</a:t>
            </a:r>
            <a:r>
              <a:rPr lang="en-IN" dirty="0" err="1"/>
              <a:t>img.png</a:t>
            </a:r>
            <a:r>
              <a:rPr lang="en-IN" dirty="0"/>
              <a:t>")); // button with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9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B961-82D4-257B-D276-8CEEAB1C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C033-CC96-101C-CFFF-B63B9114F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 What is ActionListener?</a:t>
            </a:r>
          </a:p>
          <a:p>
            <a:r>
              <a:rPr lang="en-IN" dirty="0"/>
              <a:t>ActionListener is an </a:t>
            </a:r>
            <a:r>
              <a:rPr lang="en-IN" b="1" dirty="0"/>
              <a:t>interface</a:t>
            </a:r>
            <a:r>
              <a:rPr lang="en-IN" dirty="0"/>
              <a:t> used to handle </a:t>
            </a:r>
            <a:r>
              <a:rPr lang="en-IN" b="1" dirty="0"/>
              <a:t>button click events</a:t>
            </a:r>
            <a:r>
              <a:rPr lang="en-IN" dirty="0"/>
              <a:t> (and similar actions).</a:t>
            </a:r>
          </a:p>
          <a:p>
            <a:r>
              <a:rPr lang="en-IN" dirty="0"/>
              <a:t> When a user clicks a button, an </a:t>
            </a:r>
            <a:r>
              <a:rPr lang="en-IN" b="1" dirty="0"/>
              <a:t>event is generated</a:t>
            </a:r>
            <a:r>
              <a:rPr lang="en-IN" dirty="0"/>
              <a:t>, and ActionListener handles it.</a:t>
            </a:r>
          </a:p>
          <a:p>
            <a:pPr marL="0" indent="0">
              <a:buNone/>
            </a:pPr>
            <a:r>
              <a:rPr lang="en-IN" dirty="0"/>
              <a:t>Step 1: Import package</a:t>
            </a:r>
          </a:p>
          <a:p>
            <a:r>
              <a:rPr lang="en-IN" dirty="0"/>
              <a:t>import </a:t>
            </a:r>
            <a:r>
              <a:rPr lang="en-IN" dirty="0" err="1"/>
              <a:t>java.awt.event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Step 2: Registering the listener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MyClass</a:t>
            </a:r>
            <a:r>
              <a:rPr lang="en-IN" dirty="0"/>
              <a:t> implements ActionListener {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actionPerformed</a:t>
            </a:r>
            <a:r>
              <a:rPr lang="en-IN" dirty="0"/>
              <a:t>(</a:t>
            </a:r>
            <a:r>
              <a:rPr lang="en-IN" dirty="0" err="1"/>
              <a:t>ActionEvent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("Clicked");</a:t>
            </a:r>
          </a:p>
          <a:p>
            <a:pPr marL="0" indent="0">
              <a:buNone/>
            </a:pPr>
            <a:r>
              <a:rPr lang="en-IN" dirty="0"/>
              <a:t>    }}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In main:</a:t>
            </a:r>
          </a:p>
          <a:p>
            <a:pPr marL="0" indent="0">
              <a:buNone/>
            </a:pPr>
            <a:r>
              <a:rPr lang="en-IN" dirty="0" err="1"/>
              <a:t>btn.addActionListener</a:t>
            </a:r>
            <a:r>
              <a:rPr lang="en-IN" dirty="0"/>
              <a:t>(new </a:t>
            </a:r>
            <a:r>
              <a:rPr lang="en-IN" dirty="0" err="1"/>
              <a:t>MyClass</a:t>
            </a:r>
            <a:r>
              <a:rPr lang="en-IN" dirty="0"/>
              <a:t>());//Registering the Listener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addActionListener</a:t>
            </a:r>
            <a:r>
              <a:rPr lang="en-IN" b="1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Method used to </a:t>
            </a:r>
            <a:r>
              <a:rPr lang="en-IN" b="1" dirty="0"/>
              <a:t>attach event handling</a:t>
            </a:r>
            <a:r>
              <a:rPr lang="en-IN" dirty="0"/>
              <a:t> to a component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078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1C94-313B-ADCF-F833-51C8AB0F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1090-EF05-340F-BA54-8335DCD5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JButton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 = new </a:t>
            </a:r>
            <a:r>
              <a:rPr lang="en-US" dirty="0" err="1"/>
              <a:t>JButton</a:t>
            </a:r>
            <a:r>
              <a:rPr lang="en-US" dirty="0"/>
              <a:t>("Click");</a:t>
            </a:r>
          </a:p>
          <a:p>
            <a:pPr marL="0" indent="0">
              <a:buNone/>
            </a:pPr>
            <a:r>
              <a:rPr lang="en-US" dirty="0" err="1"/>
              <a:t>btn.addActionListener</a:t>
            </a:r>
            <a:r>
              <a:rPr lang="en-US" dirty="0"/>
              <a:t>(new ActionListener() {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("Button Clicked");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869435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1A32-AC0E-56BE-8A6C-BCBD53D29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0D847-6DAA-03B5-FF00-E85B81081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new ActionListener()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Creating an </a:t>
            </a:r>
            <a:r>
              <a:rPr lang="en-IN" b="1" dirty="0"/>
              <a:t>anonymous class</a:t>
            </a:r>
            <a:r>
              <a:rPr lang="en-IN" dirty="0"/>
              <a:t> that implements ActionListener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public void </a:t>
            </a:r>
            <a:r>
              <a:rPr lang="en-IN" dirty="0" err="1"/>
              <a:t>actionPerformed</a:t>
            </a:r>
            <a:r>
              <a:rPr lang="en-IN" dirty="0"/>
              <a:t>(</a:t>
            </a:r>
            <a:r>
              <a:rPr lang="en-IN" dirty="0" err="1"/>
              <a:t>ActionEvent</a:t>
            </a:r>
            <a:r>
              <a:rPr lang="en-IN" dirty="0"/>
              <a:t> e)</a:t>
            </a:r>
          </a:p>
          <a:p>
            <a:pPr marL="0" indent="0">
              <a:buNone/>
            </a:pPr>
            <a:r>
              <a:rPr lang="en-IN" dirty="0"/>
              <a:t>This 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</a:t>
            </a:r>
            <a:r>
              <a:rPr lang="en-IN" b="1" dirty="0"/>
              <a:t>mandatory</a:t>
            </a:r>
            <a:r>
              <a:rPr lang="en-IN" dirty="0"/>
              <a:t> (must be overridden)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Executes when the event occurs (e.g., button click)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48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7230-5B02-F887-B7E9-D4C39C99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270A-2825-5257-6348-D1319DD36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JButton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 = new </a:t>
            </a:r>
            <a:r>
              <a:rPr lang="en-US" dirty="0" err="1"/>
              <a:t>JButton</a:t>
            </a:r>
            <a:r>
              <a:rPr lang="en-US" dirty="0"/>
              <a:t>("Click");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btn.addActionListener</a:t>
            </a:r>
            <a:r>
              <a:rPr lang="en-US" dirty="0"/>
              <a:t>(new ActionListener() {</a:t>
            </a:r>
          </a:p>
          <a:p>
            <a:pPr marL="0" indent="0">
              <a:buNone/>
            </a:pPr>
            <a:r>
              <a:rPr lang="en-US" dirty="0"/>
              <a:t>   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("Button Clicked");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903506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5C77-0B9B-2C18-7B89-7EC8654C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JLabel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84161-FBC8-E4ED-A3D1-F9119EE3A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err="1"/>
              <a:t>JLabel</a:t>
            </a:r>
            <a:r>
              <a:rPr lang="en-IN" dirty="0"/>
              <a:t> is a Swing component used to </a:t>
            </a:r>
            <a:r>
              <a:rPr lang="en-IN" b="1" dirty="0"/>
              <a:t>display text, images, or both</a:t>
            </a:r>
            <a:r>
              <a:rPr lang="en-IN" dirty="0"/>
              <a:t> in a GUI.</a:t>
            </a:r>
            <a:br>
              <a:rPr lang="en-IN" dirty="0"/>
            </a:br>
            <a:r>
              <a:rPr lang="en-IN" dirty="0"/>
              <a:t>It is mainly used for </a:t>
            </a:r>
            <a:r>
              <a:rPr lang="en-IN" b="1" dirty="0"/>
              <a:t>showing information</a:t>
            </a:r>
            <a:r>
              <a:rPr lang="en-IN" dirty="0"/>
              <a:t> to the user (not for input).</a:t>
            </a:r>
          </a:p>
          <a:p>
            <a:r>
              <a:rPr lang="en-IN" dirty="0" err="1"/>
              <a:t>JLabel</a:t>
            </a:r>
            <a:r>
              <a:rPr lang="en-IN" dirty="0"/>
              <a:t> is a </a:t>
            </a:r>
            <a:r>
              <a:rPr lang="en-IN" b="1" dirty="0"/>
              <a:t>non-editable display component</a:t>
            </a:r>
            <a:r>
              <a:rPr lang="en-IN" dirty="0"/>
              <a:t> in the </a:t>
            </a:r>
            <a:r>
              <a:rPr lang="en-IN" dirty="0" err="1"/>
              <a:t>javax.swing</a:t>
            </a:r>
            <a:r>
              <a:rPr lang="en-IN" dirty="0"/>
              <a:t> package.</a:t>
            </a:r>
          </a:p>
          <a:p>
            <a:r>
              <a:rPr lang="en-US" dirty="0" err="1"/>
              <a:t>JLabel</a:t>
            </a:r>
            <a:r>
              <a:rPr lang="en-US" dirty="0"/>
              <a:t> l1 = new </a:t>
            </a:r>
            <a:r>
              <a:rPr lang="en-US" dirty="0" err="1"/>
              <a:t>JLabel</a:t>
            </a:r>
            <a:r>
              <a:rPr lang="en-US" dirty="0"/>
              <a:t>();                  // empty label</a:t>
            </a:r>
          </a:p>
          <a:p>
            <a:r>
              <a:rPr lang="en-US" dirty="0" err="1"/>
              <a:t>JLabel</a:t>
            </a:r>
            <a:r>
              <a:rPr lang="en-US" dirty="0"/>
              <a:t> l2 = new </a:t>
            </a:r>
            <a:r>
              <a:rPr lang="en-US" dirty="0" err="1"/>
              <a:t>JLabel</a:t>
            </a:r>
            <a:r>
              <a:rPr lang="en-US" dirty="0"/>
              <a:t>("Hello");   // label with text</a:t>
            </a:r>
          </a:p>
          <a:p>
            <a:r>
              <a:rPr lang="en-US" dirty="0" err="1"/>
              <a:t>JLabel</a:t>
            </a:r>
            <a:r>
              <a:rPr lang="en-US" dirty="0"/>
              <a:t> l3 = new </a:t>
            </a:r>
            <a:r>
              <a:rPr lang="en-US" dirty="0" err="1"/>
              <a:t>JLabel</a:t>
            </a:r>
            <a:r>
              <a:rPr lang="en-US" dirty="0"/>
              <a:t>(new </a:t>
            </a:r>
            <a:r>
              <a:rPr lang="en-US" dirty="0" err="1"/>
              <a:t>ImageIcon</a:t>
            </a:r>
            <a:r>
              <a:rPr lang="en-US" dirty="0"/>
              <a:t>("</a:t>
            </a:r>
            <a:r>
              <a:rPr lang="en-US" dirty="0" err="1"/>
              <a:t>img.png</a:t>
            </a:r>
            <a:r>
              <a:rPr lang="en-US" dirty="0"/>
              <a:t>")); // label with image</a:t>
            </a:r>
          </a:p>
        </p:txBody>
      </p:sp>
    </p:spTree>
    <p:extLst>
      <p:ext uri="{BB962C8B-B14F-4D97-AF65-F5344CB8AC3E}">
        <p14:creationId xmlns:p14="http://schemas.microsoft.com/office/powerpoint/2010/main" val="2979161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JTextField</a:t>
            </a:r>
            <a:r>
              <a:rPr lang="en-US" dirty="0"/>
              <a:t>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JTextField</a:t>
            </a:r>
            <a:r>
              <a:rPr lang="en-US" dirty="0"/>
              <a:t> is a part of the </a:t>
            </a:r>
            <a:r>
              <a:rPr lang="en-US" b="1" dirty="0"/>
              <a:t>Swing</a:t>
            </a:r>
            <a:r>
              <a:rPr lang="en-US" dirty="0"/>
              <a:t> package in Java (</a:t>
            </a:r>
            <a:r>
              <a:rPr lang="en-US" dirty="0" err="1"/>
              <a:t>javax.swing.JTextField</a:t>
            </a:r>
            <a:r>
              <a:rPr lang="en-US" dirty="0"/>
              <a:t>) used to create a single-line text input field.</a:t>
            </a:r>
          </a:p>
          <a:p>
            <a:r>
              <a:rPr lang="en-US" dirty="0"/>
              <a:t> It allows users to enter and edit a string of text. It's commonly used in forms or GUI applications where user input is required.</a:t>
            </a:r>
          </a:p>
          <a:p>
            <a:pPr marL="0" indent="0">
              <a:buNone/>
            </a:pPr>
            <a:r>
              <a:rPr lang="en-US" b="1" dirty="0"/>
              <a:t>Key Features:</a:t>
            </a:r>
          </a:p>
          <a:p>
            <a:r>
              <a:rPr lang="en-US" dirty="0"/>
              <a:t>Allows single-line text input</a:t>
            </a:r>
          </a:p>
          <a:p>
            <a:r>
              <a:rPr lang="en-US" dirty="0"/>
              <a:t>Can set or get text using </a:t>
            </a:r>
            <a:r>
              <a:rPr lang="en-US" dirty="0" err="1"/>
              <a:t>setText</a:t>
            </a:r>
            <a:r>
              <a:rPr lang="en-US" dirty="0"/>
              <a:t>() and </a:t>
            </a:r>
            <a:r>
              <a:rPr lang="en-US" dirty="0" err="1"/>
              <a:t>getText</a:t>
            </a:r>
            <a:r>
              <a:rPr lang="en-US" dirty="0"/>
              <a:t>() methods</a:t>
            </a:r>
          </a:p>
          <a:p>
            <a:r>
              <a:rPr lang="en-US" dirty="0"/>
              <a:t>You can set the number of columns (visible width) when creating it</a:t>
            </a:r>
          </a:p>
          <a:p>
            <a:r>
              <a:rPr lang="en-US" dirty="0"/>
              <a:t>Supports action listeners for handling user actions like pressing Enter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818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22FA-CC8E-8B12-0987-278D3C7E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E9125-436D-2238-C1B9-6F3E32EC6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err="1"/>
              <a:t>JTextArea</a:t>
            </a:r>
            <a:r>
              <a:rPr lang="en-IN" b="1" dirty="0"/>
              <a:t> in Java Swing</a:t>
            </a:r>
          </a:p>
          <a:p>
            <a:r>
              <a:rPr lang="en-IN" dirty="0" err="1"/>
              <a:t>JTextArea</a:t>
            </a:r>
            <a:r>
              <a:rPr lang="en-IN" dirty="0"/>
              <a:t> is a </a:t>
            </a:r>
            <a:r>
              <a:rPr lang="en-IN" b="1" dirty="0"/>
              <a:t>multi-line text component</a:t>
            </a:r>
            <a:r>
              <a:rPr lang="en-IN" dirty="0"/>
              <a:t> used to display or allow the user to enter multiple lines of text in a GUI application.</a:t>
            </a:r>
          </a:p>
          <a:p>
            <a:pPr marL="0" indent="0">
              <a:buNone/>
            </a:pPr>
            <a:r>
              <a:rPr lang="en-IN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Allows </a:t>
            </a:r>
            <a:r>
              <a:rPr lang="en-IN" b="1" dirty="0"/>
              <a:t>multiple lines of text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</a:t>
            </a:r>
            <a:r>
              <a:rPr lang="en-IN" b="1" dirty="0"/>
              <a:t>editing (typing, deleting)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be used for </a:t>
            </a:r>
            <a:r>
              <a:rPr lang="en-IN" b="1" dirty="0"/>
              <a:t>displaying output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Often used with </a:t>
            </a:r>
            <a:r>
              <a:rPr lang="en-IN" b="1" dirty="0"/>
              <a:t>scroll bars</a:t>
            </a:r>
            <a:endParaRPr lang="en-IN" dirty="0"/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12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E324-2413-1758-D0EF-D0925FE5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2EFA7-6AEA-0CA7-C57F-DEAC1844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javax.swing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JTextAreaExample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JFrame</a:t>
            </a:r>
            <a:r>
              <a:rPr lang="en-US" dirty="0"/>
              <a:t> frame = new </a:t>
            </a:r>
            <a:r>
              <a:rPr lang="en-US" dirty="0" err="1"/>
              <a:t>JFrame</a:t>
            </a:r>
            <a:r>
              <a:rPr lang="en-US" dirty="0"/>
              <a:t>("</a:t>
            </a:r>
            <a:r>
              <a:rPr lang="en-US" dirty="0" err="1"/>
              <a:t>JTextArea</a:t>
            </a:r>
            <a:r>
              <a:rPr lang="en-US" dirty="0"/>
              <a:t> Example");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JTextArea</a:t>
            </a:r>
            <a:r>
              <a:rPr lang="en-US" dirty="0"/>
              <a:t> ta = new </a:t>
            </a:r>
            <a:r>
              <a:rPr lang="en-US" dirty="0" err="1"/>
              <a:t>JTextArea</a:t>
            </a:r>
            <a:r>
              <a:rPr lang="en-US" dirty="0"/>
              <a:t>(5, 20);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ta.setText</a:t>
            </a:r>
            <a:r>
              <a:rPr lang="en-US" dirty="0"/>
              <a:t>("This is a </a:t>
            </a:r>
            <a:r>
              <a:rPr lang="en-US" dirty="0" err="1"/>
              <a:t>JTextArea</a:t>
            </a:r>
            <a:r>
              <a:rPr lang="en-US" dirty="0"/>
              <a:t>\</a:t>
            </a:r>
            <a:r>
              <a:rPr lang="en-US" dirty="0" err="1"/>
              <a:t>nYou</a:t>
            </a:r>
            <a:r>
              <a:rPr lang="en-US" dirty="0"/>
              <a:t> can write multiple lines.");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frame.add</a:t>
            </a:r>
            <a:r>
              <a:rPr lang="en-US" dirty="0"/>
              <a:t>(ta);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frame.setSize</a:t>
            </a:r>
            <a:r>
              <a:rPr lang="en-US" dirty="0"/>
              <a:t>(300, 200);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frame.setDefaultCloseOperation</a:t>
            </a:r>
            <a:r>
              <a:rPr lang="en-US" dirty="0"/>
              <a:t>(</a:t>
            </a:r>
            <a:r>
              <a:rPr lang="en-US" dirty="0" err="1"/>
              <a:t>JFrame.EXIT_ON_CLOSE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frame.setVisible</a:t>
            </a:r>
            <a:r>
              <a:rPr lang="en-US" dirty="0"/>
              <a:t>(true);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296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 of </a:t>
            </a:r>
            <a:r>
              <a:rPr lang="en-US" b="1" dirty="0" err="1"/>
              <a:t>JScrollPane</a:t>
            </a:r>
            <a:r>
              <a:rPr lang="en-US" b="1" dirty="0"/>
              <a:t> in Java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Use of </a:t>
            </a:r>
            <a:r>
              <a:rPr lang="en-US" b="1" dirty="0" err="1"/>
              <a:t>JScrollPane</a:t>
            </a:r>
            <a:r>
              <a:rPr lang="en-US" b="1" dirty="0"/>
              <a:t> in Java</a:t>
            </a:r>
          </a:p>
          <a:p>
            <a:r>
              <a:rPr lang="en-US" dirty="0"/>
              <a:t>In </a:t>
            </a:r>
            <a:r>
              <a:rPr lang="en-US" b="1" dirty="0"/>
              <a:t>Swing</a:t>
            </a:r>
            <a:r>
              <a:rPr lang="en-US" dirty="0"/>
              <a:t>, </a:t>
            </a:r>
            <a:r>
              <a:rPr lang="en-US" dirty="0" err="1"/>
              <a:t>JScrollPane</a:t>
            </a:r>
            <a:r>
              <a:rPr lang="en-US" dirty="0"/>
              <a:t> is used to add </a:t>
            </a:r>
            <a:r>
              <a:rPr lang="en-US" b="1" dirty="0"/>
              <a:t>scrolling capability</a:t>
            </a:r>
            <a:r>
              <a:rPr lang="en-US" dirty="0"/>
              <a:t> to components that might exceed the visible area, like </a:t>
            </a:r>
            <a:r>
              <a:rPr lang="en-US" dirty="0" err="1"/>
              <a:t>JTextArea</a:t>
            </a:r>
            <a:r>
              <a:rPr lang="en-US" dirty="0"/>
              <a:t>, </a:t>
            </a:r>
            <a:r>
              <a:rPr lang="en-US" dirty="0" err="1"/>
              <a:t>JTable</a:t>
            </a:r>
            <a:r>
              <a:rPr lang="en-US" dirty="0"/>
              <a:t>, </a:t>
            </a:r>
            <a:r>
              <a:rPr lang="en-US" dirty="0" err="1"/>
              <a:t>JList</a:t>
            </a:r>
            <a:r>
              <a:rPr lang="en-US" dirty="0"/>
              <a:t>, etc. It automatically adds vertical and/or horizontal scrollbars when needed.</a:t>
            </a:r>
          </a:p>
          <a:p>
            <a:r>
              <a:rPr lang="en-US" b="1" dirty="0"/>
              <a:t>Why use </a:t>
            </a:r>
            <a:r>
              <a:rPr lang="en-US" b="1" dirty="0" err="1"/>
              <a:t>JScrollPane</a:t>
            </a:r>
            <a:r>
              <a:rPr lang="en-US" b="1" dirty="0"/>
              <a:t>?</a:t>
            </a:r>
          </a:p>
          <a:p>
            <a:r>
              <a:rPr lang="en-US" dirty="0"/>
              <a:t>Some components, like </a:t>
            </a:r>
            <a:r>
              <a:rPr lang="en-US" dirty="0" err="1"/>
              <a:t>JTextArea</a:t>
            </a:r>
            <a:r>
              <a:rPr lang="en-US" dirty="0"/>
              <a:t>, can contain more content than the space available in the window. Wrapping them inside a </a:t>
            </a:r>
            <a:r>
              <a:rPr lang="en-US" dirty="0" err="1"/>
              <a:t>JScrollPane</a:t>
            </a:r>
            <a:r>
              <a:rPr lang="en-US" dirty="0"/>
              <a:t> ensures the user can scroll through all the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775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JCheckBox</a:t>
            </a:r>
            <a:r>
              <a:rPr lang="en-US" b="1" dirty="0"/>
              <a:t> (Check Box)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JCheckBox</a:t>
            </a:r>
            <a:r>
              <a:rPr lang="en-US" dirty="0"/>
              <a:t> allows the user to </a:t>
            </a:r>
            <a:r>
              <a:rPr lang="en-US" b="1" dirty="0"/>
              <a:t>select or deselect</a:t>
            </a:r>
            <a:r>
              <a:rPr lang="en-US" dirty="0"/>
              <a:t> an option. </a:t>
            </a:r>
          </a:p>
          <a:p>
            <a:r>
              <a:rPr lang="en-US" dirty="0"/>
              <a:t>Multiple checkboxes can be selected at the same time.</a:t>
            </a:r>
          </a:p>
          <a:p>
            <a:r>
              <a:rPr lang="en-US" dirty="0"/>
              <a:t> It's used when you want to offer </a:t>
            </a:r>
            <a:r>
              <a:rPr lang="en-US" b="1" dirty="0"/>
              <a:t>multiple selections</a:t>
            </a:r>
            <a:r>
              <a:rPr lang="en-US" dirty="0"/>
              <a:t> (e.g., selecting hobbies, skills, etc.).</a:t>
            </a:r>
          </a:p>
          <a:p>
            <a:r>
              <a:rPr lang="en-US" dirty="0" err="1"/>
              <a:t>JCheckBox</a:t>
            </a:r>
            <a:r>
              <a:rPr lang="en-US" dirty="0"/>
              <a:t> cb1 = new </a:t>
            </a:r>
            <a:r>
              <a:rPr lang="en-US" dirty="0" err="1"/>
              <a:t>JCheckBox</a:t>
            </a:r>
            <a:r>
              <a:rPr lang="en-US" dirty="0"/>
              <a:t>("Java");</a:t>
            </a:r>
          </a:p>
          <a:p>
            <a:r>
              <a:rPr lang="en-US" dirty="0" err="1"/>
              <a:t>JCheckBox</a:t>
            </a:r>
            <a:r>
              <a:rPr lang="en-US" dirty="0"/>
              <a:t> cb2 = new </a:t>
            </a:r>
            <a:r>
              <a:rPr lang="en-US" dirty="0" err="1"/>
              <a:t>CheckBox</a:t>
            </a:r>
            <a:r>
              <a:rPr lang="en-US" dirty="0"/>
              <a:t>("Python");</a:t>
            </a:r>
          </a:p>
          <a:p>
            <a:r>
              <a:rPr lang="en-US" dirty="0" err="1"/>
              <a:t>JCheckBox</a:t>
            </a:r>
            <a:r>
              <a:rPr lang="en-US" dirty="0"/>
              <a:t> cb3 = new </a:t>
            </a:r>
            <a:r>
              <a:rPr lang="en-US" dirty="0" err="1"/>
              <a:t>JCheckBox</a:t>
            </a:r>
            <a:r>
              <a:rPr lang="en-US" dirty="0"/>
              <a:t>("Python", true);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92560" y="777240"/>
              <a:ext cx="4698000" cy="931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3200" y="767880"/>
                <a:ext cx="4714560" cy="9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3181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E9B9-3862-FEF4-6917-9607B71B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27E1-F63D-F9A1-9BF8-971ADEAD1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cb1.setText("Java Programming");</a:t>
            </a:r>
          </a:p>
          <a:p>
            <a:r>
              <a:rPr lang="en-IN" dirty="0"/>
              <a:t>String value = cb1.getText();</a:t>
            </a:r>
          </a:p>
          <a:p>
            <a:r>
              <a:rPr lang="en-IN" dirty="0"/>
              <a:t>Sets the checkbox state.</a:t>
            </a:r>
            <a:endParaRPr lang="en-US" dirty="0"/>
          </a:p>
          <a:p>
            <a:r>
              <a:rPr lang="en-US" dirty="0"/>
              <a:t>cb1.setSelected(true);  // Checked</a:t>
            </a:r>
          </a:p>
          <a:p>
            <a:pPr marL="0" indent="0">
              <a:buNone/>
            </a:pPr>
            <a:r>
              <a:rPr lang="en-US" dirty="0"/>
              <a:t>if(cb1.isSelected())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("Java selected");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IN" b="1" dirty="0" err="1"/>
              <a:t>addActionListener</a:t>
            </a:r>
            <a:r>
              <a:rPr lang="en-IN" b="1" dirty="0"/>
              <a:t>(ActionListener a)</a:t>
            </a:r>
          </a:p>
          <a:p>
            <a:r>
              <a:rPr lang="en-IN" dirty="0"/>
              <a:t>Adds an action listener to handle events.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112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JRadioButton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JRadioButton</a:t>
            </a:r>
            <a:r>
              <a:rPr lang="en-US" dirty="0"/>
              <a:t> allows the user to </a:t>
            </a:r>
            <a:r>
              <a:rPr lang="en-US" b="1" dirty="0"/>
              <a:t>select only one option</a:t>
            </a:r>
            <a:r>
              <a:rPr lang="en-US" dirty="0"/>
              <a:t> from a group. To enforce this, you use a </a:t>
            </a:r>
            <a:r>
              <a:rPr lang="en-US" dirty="0" err="1"/>
              <a:t>ButtonGroup</a:t>
            </a:r>
            <a:r>
              <a:rPr lang="en-US" dirty="0"/>
              <a:t> to group related radio buttons together. Selecting one will deselect the others in the group.</a:t>
            </a:r>
          </a:p>
          <a:p>
            <a:r>
              <a:rPr lang="en-US" dirty="0" err="1"/>
              <a:t>JRadioButton</a:t>
            </a:r>
            <a:r>
              <a:rPr lang="en-US" dirty="0"/>
              <a:t> rb1 = new </a:t>
            </a:r>
            <a:r>
              <a:rPr lang="en-US" dirty="0" err="1"/>
              <a:t>JRadioButton</a:t>
            </a:r>
            <a:r>
              <a:rPr lang="en-US" dirty="0"/>
              <a:t>("Male");</a:t>
            </a:r>
          </a:p>
          <a:p>
            <a:r>
              <a:rPr lang="en-US" dirty="0" err="1"/>
              <a:t>JRadioButton</a:t>
            </a:r>
            <a:r>
              <a:rPr lang="en-US" dirty="0"/>
              <a:t> rb2 = new </a:t>
            </a:r>
            <a:r>
              <a:rPr lang="en-US" dirty="0" err="1"/>
              <a:t>JRadioButton</a:t>
            </a:r>
            <a:r>
              <a:rPr lang="en-US" dirty="0"/>
              <a:t>("</a:t>
            </a:r>
            <a:r>
              <a:rPr lang="en-US"/>
              <a:t>Female");</a:t>
            </a:r>
            <a:endParaRPr lang="en-US" dirty="0"/>
          </a:p>
          <a:p>
            <a:r>
              <a:rPr lang="en-US" dirty="0" err="1"/>
              <a:t>ButtonGroup</a:t>
            </a:r>
            <a:r>
              <a:rPr lang="en-US" dirty="0"/>
              <a:t> group = new </a:t>
            </a:r>
            <a:r>
              <a:rPr lang="en-US" dirty="0" err="1"/>
              <a:t>ButtonGroup</a:t>
            </a:r>
            <a:r>
              <a:rPr lang="en-US" dirty="0"/>
              <a:t>();</a:t>
            </a:r>
          </a:p>
          <a:p>
            <a:r>
              <a:rPr lang="en-US" dirty="0" err="1"/>
              <a:t>group.add</a:t>
            </a:r>
            <a:r>
              <a:rPr lang="en-US" dirty="0"/>
              <a:t>(rb1);</a:t>
            </a:r>
          </a:p>
          <a:p>
            <a:r>
              <a:rPr lang="en-US" dirty="0" err="1"/>
              <a:t>group.add</a:t>
            </a:r>
            <a:r>
              <a:rPr lang="en-US" dirty="0"/>
              <a:t>(rb2);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35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1A54-DA4F-DAEF-CB0A-4F520FD2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0CC6-5332-0337-5158-27986817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Common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Gender: Male / Female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Payment: Cash / Card / UPI</a:t>
            </a:r>
          </a:p>
          <a:p>
            <a:pPr marL="0" indent="0">
              <a:buNone/>
            </a:pPr>
            <a:r>
              <a:rPr lang="en-IN" dirty="0"/>
              <a:t>Constructors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JRadioButton</a:t>
            </a:r>
            <a:r>
              <a:rPr lang="en-IN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JRadioButton</a:t>
            </a:r>
            <a:r>
              <a:rPr lang="en-IN" dirty="0"/>
              <a:t>(String 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JRadioButton</a:t>
            </a:r>
            <a:r>
              <a:rPr lang="en-IN" dirty="0"/>
              <a:t>(String text, </a:t>
            </a:r>
            <a:r>
              <a:rPr lang="en-IN" dirty="0" err="1"/>
              <a:t>boolean</a:t>
            </a:r>
            <a:r>
              <a:rPr lang="en-IN" dirty="0"/>
              <a:t> selected)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JRadioButton</a:t>
            </a:r>
            <a:r>
              <a:rPr lang="en-IN" dirty="0"/>
              <a:t> r1 = new </a:t>
            </a:r>
            <a:r>
              <a:rPr lang="en-IN" dirty="0" err="1"/>
              <a:t>JRadioButton</a:t>
            </a:r>
            <a:r>
              <a:rPr lang="en-IN" dirty="0"/>
              <a:t>("Male");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JRadioButton</a:t>
            </a:r>
            <a:r>
              <a:rPr lang="en-IN" dirty="0"/>
              <a:t> r2 = new </a:t>
            </a:r>
            <a:r>
              <a:rPr lang="en-IN" dirty="0" err="1"/>
              <a:t>JRadioButton</a:t>
            </a:r>
            <a:r>
              <a:rPr lang="en-IN" dirty="0"/>
              <a:t>("Female", true);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85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Java Swing</a:t>
            </a:r>
            <a:r>
              <a:rPr lang="en-US" dirty="0"/>
              <a:t>, layout managers control how components (buttons, labels, text fields, etc.) are arranged within a </a:t>
            </a:r>
            <a:r>
              <a:rPr lang="en-US" b="1" dirty="0"/>
              <a:t>container</a:t>
            </a:r>
            <a:r>
              <a:rPr lang="en-US" dirty="0"/>
              <a:t> like a </a:t>
            </a:r>
            <a:r>
              <a:rPr lang="en-US" dirty="0" err="1"/>
              <a:t>JFrame</a:t>
            </a:r>
            <a:r>
              <a:rPr lang="en-US" dirty="0"/>
              <a:t> or </a:t>
            </a:r>
            <a:r>
              <a:rPr lang="en-US" dirty="0" err="1"/>
              <a:t>JPanel</a:t>
            </a:r>
            <a:r>
              <a:rPr lang="en-US" dirty="0"/>
              <a:t>.</a:t>
            </a:r>
          </a:p>
          <a:p>
            <a:r>
              <a:rPr lang="en-US" dirty="0"/>
              <a:t> Instead of manually setting size and position, layout managers </a:t>
            </a:r>
            <a:r>
              <a:rPr lang="en-US" b="1" dirty="0"/>
              <a:t>automatically arrange components</a:t>
            </a:r>
            <a:r>
              <a:rPr lang="en-US" dirty="0"/>
              <a:t> based on rules.</a:t>
            </a:r>
          </a:p>
        </p:txBody>
      </p:sp>
    </p:spTree>
    <p:extLst>
      <p:ext uri="{BB962C8B-B14F-4D97-AF65-F5344CB8AC3E}">
        <p14:creationId xmlns:p14="http://schemas.microsoft.com/office/powerpoint/2010/main" val="3826439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FlowLayout</a:t>
            </a:r>
            <a:r>
              <a:rPr lang="en-US" dirty="0"/>
              <a:t> (default for </a:t>
            </a:r>
            <a:r>
              <a:rPr lang="en-US" dirty="0" err="1"/>
              <a:t>JPanel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 are arranged in a row</a:t>
            </a:r>
            <a:r>
              <a:rPr lang="en-US" dirty="0"/>
              <a:t>, like text in a paragraph.</a:t>
            </a:r>
          </a:p>
          <a:p>
            <a:r>
              <a:rPr lang="en-US" dirty="0"/>
              <a:t>When the row is full, it wraps to the next line.</a:t>
            </a:r>
          </a:p>
          <a:p>
            <a:r>
              <a:rPr lang="en-US" dirty="0"/>
              <a:t>You can set alignment (LEFT, CENTER, RIGHT).</a:t>
            </a:r>
          </a:p>
          <a:p>
            <a:r>
              <a:rPr lang="en-US" dirty="0" err="1"/>
              <a:t>frame.setLayout</a:t>
            </a:r>
            <a:r>
              <a:rPr lang="en-US" dirty="0"/>
              <a:t>(new </a:t>
            </a:r>
            <a:r>
              <a:rPr lang="en-US" dirty="0" err="1"/>
              <a:t>FlowLayout</a:t>
            </a:r>
            <a:r>
              <a:rPr lang="en-US" dirty="0"/>
              <a:t>());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947040" y="2049840"/>
              <a:ext cx="4470120" cy="3278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7680" y="2040480"/>
                <a:ext cx="4485960" cy="32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3493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7A4C-A9F1-872A-1EAF-E207429F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DA1F-F906-253A-8AEA-C8681A1EE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FlowLayout</a:t>
            </a:r>
            <a:r>
              <a:rPr lang="en-US" dirty="0"/>
              <a:t>()</a:t>
            </a:r>
          </a:p>
          <a:p>
            <a:r>
              <a:rPr lang="en-US" dirty="0" err="1"/>
              <a:t>FlowLayout</a:t>
            </a:r>
            <a:r>
              <a:rPr lang="en-US" dirty="0"/>
              <a:t>(int align)</a:t>
            </a:r>
          </a:p>
          <a:p>
            <a:r>
              <a:rPr lang="en-US" dirty="0" err="1"/>
              <a:t>FlowLayout</a:t>
            </a:r>
            <a:r>
              <a:rPr lang="en-US" dirty="0"/>
              <a:t>(int align, int </a:t>
            </a:r>
            <a:r>
              <a:rPr lang="en-US" dirty="0" err="1"/>
              <a:t>hgap</a:t>
            </a:r>
            <a:r>
              <a:rPr lang="en-US" dirty="0"/>
              <a:t>, int </a:t>
            </a:r>
            <a:r>
              <a:rPr lang="en-US" dirty="0" err="1"/>
              <a:t>vgap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0746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 err="1"/>
              <a:t>GridLayout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Divides the container into a </a:t>
            </a:r>
            <a:r>
              <a:rPr lang="en-US" b="1" dirty="0"/>
              <a:t>grid of equal-sized cells</a:t>
            </a:r>
            <a:r>
              <a:rPr lang="en-US" dirty="0"/>
              <a:t> (rows x columns).</a:t>
            </a:r>
          </a:p>
          <a:p>
            <a:r>
              <a:rPr lang="en-US" dirty="0"/>
              <a:t>Components are added row by row, left to right.</a:t>
            </a:r>
          </a:p>
          <a:p>
            <a:r>
              <a:rPr lang="en-US" dirty="0" err="1"/>
              <a:t>GridLayout</a:t>
            </a:r>
            <a:r>
              <a:rPr lang="en-US" dirty="0"/>
              <a:t>(int rows, int cols)</a:t>
            </a:r>
          </a:p>
          <a:p>
            <a:r>
              <a:rPr lang="en-US" dirty="0" err="1"/>
              <a:t>GridLayout</a:t>
            </a:r>
            <a:r>
              <a:rPr lang="en-US" dirty="0"/>
              <a:t>(int rows, int cols, int </a:t>
            </a:r>
            <a:r>
              <a:rPr lang="en-US" dirty="0" err="1"/>
              <a:t>hgap</a:t>
            </a:r>
            <a:r>
              <a:rPr lang="en-US" dirty="0"/>
              <a:t>, int </a:t>
            </a:r>
            <a:r>
              <a:rPr lang="en-US" dirty="0" err="1"/>
              <a:t>vgap</a:t>
            </a:r>
            <a:r>
              <a:rPr lang="en-US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27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frame.setLayout</a:t>
            </a:r>
            <a:r>
              <a:rPr lang="en-US" dirty="0"/>
              <a:t>(new </a:t>
            </a:r>
            <a:r>
              <a:rPr lang="en-US" dirty="0" err="1"/>
              <a:t>GridLayout</a:t>
            </a:r>
            <a:r>
              <a:rPr lang="en-US" dirty="0"/>
              <a:t>(2, 2)); // 2 rows, 2 columns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("Button 1"));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("Button 2"));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("Button 3"));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("Button 4"));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317120" y="137160"/>
              <a:ext cx="4162680" cy="3459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13160" y="132120"/>
                <a:ext cx="4173840" cy="347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439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r>
              <a:rPr lang="en-US" dirty="0"/>
              <a:t> (default for </a:t>
            </a:r>
            <a:r>
              <a:rPr lang="en-US" dirty="0" err="1"/>
              <a:t>JFrame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Divides the container into </a:t>
            </a:r>
            <a:r>
              <a:rPr lang="en-US" b="1" dirty="0"/>
              <a:t>five regions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NORTH, SOUTH, EAST, WEST, CENTER.</a:t>
            </a:r>
          </a:p>
          <a:p>
            <a:r>
              <a:rPr lang="en-US" dirty="0"/>
              <a:t>You can add one component to each region.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540960" y="3452040"/>
              <a:ext cx="3469680" cy="1596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5200" y="3447360"/>
                <a:ext cx="3484800" cy="16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5898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frame.setLayout</a:t>
            </a:r>
            <a:r>
              <a:rPr lang="en-US" dirty="0"/>
              <a:t>(new </a:t>
            </a:r>
            <a:r>
              <a:rPr lang="en-US" dirty="0" err="1"/>
              <a:t>BorderLayout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("Top"), </a:t>
            </a:r>
            <a:r>
              <a:rPr lang="en-US" dirty="0" err="1"/>
              <a:t>BorderLayout.NORTH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("Bottom"), </a:t>
            </a:r>
            <a:r>
              <a:rPr lang="en-US" dirty="0" err="1"/>
              <a:t>BorderLayout.SOUTH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("Left"), </a:t>
            </a:r>
            <a:r>
              <a:rPr lang="en-US" dirty="0" err="1"/>
              <a:t>BorderLayout.WEST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("Right"), </a:t>
            </a:r>
            <a:r>
              <a:rPr lang="en-US" dirty="0" err="1"/>
              <a:t>BorderLayout.EAST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frame.add</a:t>
            </a:r>
            <a:r>
              <a:rPr lang="en-US" dirty="0"/>
              <a:t>(new </a:t>
            </a:r>
            <a:r>
              <a:rPr lang="en-US" dirty="0" err="1"/>
              <a:t>JButton</a:t>
            </a:r>
            <a:r>
              <a:rPr lang="en-US" dirty="0"/>
              <a:t>("Center"), </a:t>
            </a:r>
            <a:r>
              <a:rPr lang="en-US" dirty="0" err="1"/>
              <a:t>BorderLayout.CENTER</a:t>
            </a:r>
            <a:r>
              <a:rPr lang="en-US" dirty="0"/>
              <a:t>);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92440" y="2438280"/>
              <a:ext cx="5820480" cy="3406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760" y="2428920"/>
                <a:ext cx="5834520" cy="342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702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1974</Words>
  <Application>Microsoft Macintosh PowerPoint</Application>
  <PresentationFormat>On-screen Show (4:3)</PresentationFormat>
  <Paragraphs>253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AWT</vt:lpstr>
      <vt:lpstr>PowerPoint Presentation</vt:lpstr>
      <vt:lpstr>PowerPoint Presentation</vt:lpstr>
      <vt:lpstr>PowerPoint Presentation</vt:lpstr>
      <vt:lpstr>PowerPoint Presentation</vt:lpstr>
      <vt:lpstr>SWING</vt:lpstr>
      <vt:lpstr>PowerPoint Presentation</vt:lpstr>
      <vt:lpstr>PowerPoint Presentation</vt:lpstr>
      <vt:lpstr>SWING vs AWT</vt:lpstr>
      <vt:lpstr>JFrame (Top-Level Container)</vt:lpstr>
      <vt:lpstr>JApplet</vt:lpstr>
      <vt:lpstr>JPanel (Lightweight Container) </vt:lpstr>
      <vt:lpstr>PowerPoint Presentation</vt:lpstr>
      <vt:lpstr>JButton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JLabel</vt:lpstr>
      <vt:lpstr>JTextField in Java</vt:lpstr>
      <vt:lpstr>PowerPoint Presentation</vt:lpstr>
      <vt:lpstr>PowerPoint Presentation</vt:lpstr>
      <vt:lpstr>Use of JScrollPane in Java </vt:lpstr>
      <vt:lpstr>JCheckBox (Check Box) </vt:lpstr>
      <vt:lpstr>PowerPoint Presentation</vt:lpstr>
      <vt:lpstr>JRadioButton</vt:lpstr>
      <vt:lpstr>PowerPoint Presentation</vt:lpstr>
      <vt:lpstr>Layout Manager</vt:lpstr>
      <vt:lpstr>FlowLayout (default for JPanel)</vt:lpstr>
      <vt:lpstr>PowerPoint Presentation</vt:lpstr>
      <vt:lpstr> GridLayout </vt:lpstr>
      <vt:lpstr>PowerPoint Presentation</vt:lpstr>
      <vt:lpstr>BorderLayout (default for JFrame)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AWT</dc:title>
  <dc:creator>Windows User</dc:creator>
  <cp:lastModifiedBy>Nadera Navas</cp:lastModifiedBy>
  <cp:revision>27</cp:revision>
  <dcterms:created xsi:type="dcterms:W3CDTF">2025-04-02T09:02:03Z</dcterms:created>
  <dcterms:modified xsi:type="dcterms:W3CDTF">2026-03-27T06:45:53Z</dcterms:modified>
</cp:coreProperties>
</file>