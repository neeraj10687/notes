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66" r:id="rId6"/>
    <p:sldId id="267" r:id="rId7"/>
    <p:sldId id="268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02"/>
  </p:normalViewPr>
  <p:slideViewPr>
    <p:cSldViewPr snapToGrid="0" snapToObjects="1">
      <p:cViewPr varScale="1">
        <p:scale>
          <a:sx n="91" d="100"/>
          <a:sy n="91" d="100"/>
        </p:scale>
        <p:origin x="17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Exceptions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Exception Hierarchy, Throwing &amp; Catching, Built-in &amp; Custom Exceptions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 exception is an event that disrupts normal program execution.</a:t>
            </a:r>
          </a:p>
          <a:p>
            <a:r>
              <a:rPr dirty="0"/>
              <a:t>Exceptions are handled using try, catch, and finally blocks.</a:t>
            </a:r>
          </a:p>
          <a:p>
            <a:r>
              <a:rPr dirty="0"/>
              <a:t> Java provides built-in exceptions, and users can define custom exceptions.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        </a:t>
            </a:r>
            <a:r>
              <a:rPr lang="en-US" dirty="0" err="1"/>
              <a:t>Throwable</a:t>
            </a:r>
            <a:endParaRPr lang="en-US" dirty="0"/>
          </a:p>
          <a:p>
            <a:r>
              <a:rPr lang="en-US" dirty="0"/>
              <a:t>                 /         \</a:t>
            </a:r>
          </a:p>
          <a:p>
            <a:r>
              <a:rPr lang="en-US" dirty="0"/>
              <a:t> Exception          Error</a:t>
            </a:r>
          </a:p>
          <a:p>
            <a:r>
              <a:rPr lang="en-US" dirty="0"/>
              <a:t>        /       \                   \</a:t>
            </a:r>
          </a:p>
          <a:p>
            <a:r>
              <a:rPr lang="en-US" dirty="0"/>
              <a:t>Checked    Runtime     System-level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04240" y="1997839"/>
            <a:ext cx="76606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Throwable</a:t>
            </a:r>
            <a:r>
              <a:rPr lang="en-US" b="1" dirty="0"/>
              <a:t> (Root Class)</a:t>
            </a:r>
          </a:p>
          <a:p>
            <a:r>
              <a:rPr lang="en-US" dirty="0"/>
              <a:t>The superclass for all errors and exceptions in Java.</a:t>
            </a:r>
          </a:p>
          <a:p>
            <a:r>
              <a:rPr lang="en-US" dirty="0"/>
              <a:t>It has two direct subclasses: </a:t>
            </a:r>
            <a:r>
              <a:rPr lang="en-US" b="1" dirty="0"/>
              <a:t>Exception</a:t>
            </a:r>
            <a:r>
              <a:rPr lang="en-US" dirty="0"/>
              <a:t> and </a:t>
            </a:r>
            <a:r>
              <a:rPr lang="en-US" b="1" dirty="0"/>
              <a:t>Error</a:t>
            </a:r>
            <a:r>
              <a:rPr lang="en-US" dirty="0"/>
              <a:t>.</a:t>
            </a:r>
          </a:p>
          <a:p>
            <a:r>
              <a:rPr lang="en-US" b="1" dirty="0"/>
              <a:t>2. Exception (Handled via try-catch)</a:t>
            </a:r>
          </a:p>
          <a:p>
            <a:r>
              <a:rPr lang="en-US" dirty="0"/>
              <a:t>Represents conditions that a program should catch and handle.</a:t>
            </a:r>
          </a:p>
          <a:p>
            <a:r>
              <a:rPr lang="en-US" dirty="0"/>
              <a:t>Further divided into </a:t>
            </a:r>
            <a:r>
              <a:rPr lang="en-US" b="1" dirty="0"/>
              <a:t>Checked</a:t>
            </a:r>
            <a:r>
              <a:rPr lang="en-US" dirty="0"/>
              <a:t> and </a:t>
            </a:r>
            <a:r>
              <a:rPr lang="en-US" b="1" dirty="0"/>
              <a:t>Unchecked (Runtime) Exceptions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858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a) Checked Exceptions</a:t>
            </a:r>
          </a:p>
          <a:p>
            <a:r>
              <a:rPr lang="en-US" dirty="0"/>
              <a:t>These must be handled using try-catch or declared using throws.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 err="1"/>
              <a:t>IOException</a:t>
            </a:r>
            <a:r>
              <a:rPr lang="en-US" dirty="0"/>
              <a:t> (e.g., file not found)</a:t>
            </a:r>
          </a:p>
          <a:p>
            <a:pPr lvl="1"/>
            <a:r>
              <a:rPr lang="en-US" dirty="0" err="1"/>
              <a:t>SQLException</a:t>
            </a:r>
            <a:r>
              <a:rPr lang="en-US" dirty="0"/>
              <a:t> (e.g., database connection issue)</a:t>
            </a:r>
          </a:p>
          <a:p>
            <a:pPr lvl="1"/>
            <a:r>
              <a:rPr lang="en-US" dirty="0" err="1"/>
              <a:t>InterruptedException</a:t>
            </a:r>
            <a:r>
              <a:rPr lang="en-US" dirty="0"/>
              <a:t> (e.g., thread interruption)</a:t>
            </a:r>
          </a:p>
          <a:p>
            <a:r>
              <a:rPr lang="en-US" b="1" dirty="0"/>
              <a:t>b) Unchecked (Runtime) Exceptions</a:t>
            </a:r>
          </a:p>
          <a:p>
            <a:r>
              <a:rPr lang="en-US" dirty="0"/>
              <a:t>These occur due to programming errors and do not need explicit handling.</a:t>
            </a:r>
          </a:p>
          <a:p>
            <a:r>
              <a:rPr lang="en-US" dirty="0"/>
              <a:t>Subclass of </a:t>
            </a:r>
            <a:r>
              <a:rPr lang="en-US" dirty="0" err="1"/>
              <a:t>RuntimeException</a:t>
            </a:r>
            <a:r>
              <a:rPr lang="en-US" dirty="0"/>
              <a:t>.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 err="1"/>
              <a:t>NullPointerException</a:t>
            </a:r>
            <a:r>
              <a:rPr lang="en-US" dirty="0"/>
              <a:t> (Accessing an object reference that is null)</a:t>
            </a:r>
          </a:p>
          <a:p>
            <a:pPr lvl="1"/>
            <a:r>
              <a:rPr lang="en-US" dirty="0" err="1"/>
              <a:t>ArithmeticException</a:t>
            </a:r>
            <a:r>
              <a:rPr lang="en-US" dirty="0"/>
              <a:t> (Division by zero)</a:t>
            </a:r>
          </a:p>
          <a:p>
            <a:pPr lvl="1"/>
            <a:r>
              <a:rPr lang="en-US" dirty="0" err="1"/>
              <a:t>ArrayIndexOutOfBoundsException</a:t>
            </a:r>
            <a:r>
              <a:rPr lang="en-US" dirty="0"/>
              <a:t> (Invalid array index)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760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3. Error (Severe Issues)</a:t>
            </a:r>
          </a:p>
          <a:p>
            <a:r>
              <a:rPr lang="en-US" dirty="0"/>
              <a:t>Represents system-level errors that the program cannot recover from.</a:t>
            </a:r>
          </a:p>
          <a:p>
            <a:r>
              <a:rPr lang="en-US" dirty="0"/>
              <a:t>Should not be caught using try-catch.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 err="1"/>
              <a:t>OutOfMemoryError</a:t>
            </a:r>
            <a:r>
              <a:rPr lang="en-US" dirty="0"/>
              <a:t> (Heap space exhausted)</a:t>
            </a:r>
          </a:p>
          <a:p>
            <a:pPr lvl="1"/>
            <a:r>
              <a:rPr lang="en-US" dirty="0" err="1"/>
              <a:t>StackOverflowError</a:t>
            </a:r>
            <a:r>
              <a:rPr lang="en-US" dirty="0"/>
              <a:t> (Recursive method calls overflow stack)</a:t>
            </a:r>
          </a:p>
          <a:p>
            <a:pPr lvl="1"/>
            <a:r>
              <a:rPr lang="en-US" dirty="0" err="1"/>
              <a:t>VirtualMachineError</a:t>
            </a:r>
            <a:r>
              <a:rPr lang="en-US" dirty="0"/>
              <a:t> (JVM internal errors)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78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Exception Handling includes</a:t>
            </a:r>
          </a:p>
          <a:p>
            <a:pPr lvl="1"/>
            <a:r>
              <a:rPr lang="en-US" dirty="0"/>
              <a:t>Find the exception(Hit the exception)</a:t>
            </a:r>
          </a:p>
          <a:p>
            <a:pPr lvl="1"/>
            <a:r>
              <a:rPr lang="en-US" dirty="0"/>
              <a:t>Inform that an error has occurred(Throw the exception)</a:t>
            </a:r>
          </a:p>
          <a:p>
            <a:pPr lvl="1"/>
            <a:r>
              <a:rPr lang="en-US" dirty="0"/>
              <a:t>Receive the error information (Catch the exception)</a:t>
            </a:r>
          </a:p>
          <a:p>
            <a:pPr lvl="1"/>
            <a:r>
              <a:rPr lang="en-US" dirty="0"/>
              <a:t>Take corrective actions(Handle the exception)</a:t>
            </a:r>
          </a:p>
          <a:p>
            <a:pPr marL="80010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0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 - Try-Catch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{</a:t>
            </a:r>
          </a:p>
          <a:p>
            <a:r>
              <a:t>    int result = 10 / 0; // Causes ArithmeticException</a:t>
            </a:r>
          </a:p>
          <a:p>
            <a:r>
              <a:t>} catch (ArithmeticException e) {</a:t>
            </a:r>
          </a:p>
          <a:p>
            <a:r>
              <a:t>    System.out.println("Exception caught: " + e);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NullPointerException - Accessing an object reference that is null.</a:t>
            </a:r>
          </a:p>
          <a:p>
            <a:r>
              <a:t>• ArithmeticException - Arithmetic operation error (e.g., division by zero).</a:t>
            </a:r>
          </a:p>
          <a:p>
            <a:r>
              <a:t>• ArrayIndexOutOfBoundsException - Accessing an invalid array index.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Custom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Custom exceptions extend Exception or </a:t>
            </a:r>
            <a:r>
              <a:rPr dirty="0" err="1"/>
              <a:t>RuntimeException</a:t>
            </a:r>
            <a:r>
              <a:rPr dirty="0"/>
              <a:t>.</a:t>
            </a:r>
          </a:p>
          <a:p>
            <a:r>
              <a:rPr dirty="0"/>
              <a:t> Used to define application-specific error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 - Custom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class MyException extends Exception {</a:t>
            </a:r>
          </a:p>
          <a:p>
            <a:r>
              <a:t>    public MyException(String message) {</a:t>
            </a:r>
          </a:p>
          <a:p>
            <a:r>
              <a:t>        super(message);</a:t>
            </a:r>
          </a:p>
          <a:p>
            <a:r>
              <a:t>    }</a:t>
            </a:r>
          </a:p>
          <a:p>
            <a:r>
              <a:t>}</a:t>
            </a:r>
          </a:p>
          <a:p>
            <a:endParaRPr/>
          </a:p>
          <a:p>
            <a:r>
              <a:t>public class Test {</a:t>
            </a:r>
          </a:p>
          <a:p>
            <a:r>
              <a:t>    public static void main(String[] args) {</a:t>
            </a:r>
          </a:p>
          <a:p>
            <a:r>
              <a:t>        try {</a:t>
            </a:r>
          </a:p>
          <a:p>
            <a:r>
              <a:t>            throw new MyException("Custom Exception Occurred");</a:t>
            </a:r>
          </a:p>
          <a:p>
            <a:r>
              <a:t>        } catch (MyException e) {</a:t>
            </a:r>
          </a:p>
          <a:p>
            <a:r>
              <a:t>            System.out.println(e.getMessage());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Exceptions help in robust error handling.</a:t>
            </a:r>
          </a:p>
          <a:p>
            <a:r>
              <a:t>• Use try-catch-finally and throw/throws effectively.</a:t>
            </a:r>
          </a:p>
          <a:p>
            <a:r>
              <a:t>• Built-in exceptions cover common cases, but custom exceptions allow specific handling.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512</Words>
  <Application>Microsoft Macintosh PowerPoint</Application>
  <PresentationFormat>On-screen Show (4:3)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Exceptions in Java</vt:lpstr>
      <vt:lpstr>Introduction to Exceptions</vt:lpstr>
      <vt:lpstr>Exception Hierarchy</vt:lpstr>
      <vt:lpstr>PowerPoint Presentation</vt:lpstr>
      <vt:lpstr>PowerPoint Presentation</vt:lpstr>
      <vt:lpstr>PowerPoint Presentation</vt:lpstr>
      <vt:lpstr>Exception Handling</vt:lpstr>
      <vt:lpstr>Sample Code - Try-Catch</vt:lpstr>
      <vt:lpstr>Built-in Exceptions</vt:lpstr>
      <vt:lpstr>Creating Custom Exceptions</vt:lpstr>
      <vt:lpstr>Sample Code - Custom Exception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 in Java</dc:title>
  <dc:subject/>
  <dc:creator/>
  <cp:keywords/>
  <dc:description>generated using python-pptx</dc:description>
  <cp:lastModifiedBy>Nadera Navas</cp:lastModifiedBy>
  <cp:revision>5</cp:revision>
  <dcterms:created xsi:type="dcterms:W3CDTF">2013-01-27T09:14:16Z</dcterms:created>
  <dcterms:modified xsi:type="dcterms:W3CDTF">2026-02-26T08:26:45Z</dcterms:modified>
  <cp:category/>
</cp:coreProperties>
</file>