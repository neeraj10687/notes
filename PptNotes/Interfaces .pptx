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09"/>
  </p:normalViewPr>
  <p:slideViewPr>
    <p:cSldViewPr>
      <p:cViewPr varScale="1">
        <p:scale>
          <a:sx n="92" d="100"/>
          <a:sy n="92" d="100"/>
        </p:scale>
        <p:origin x="166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</inkml:channelProperties>
      </inkml:inkSource>
      <inkml:timestamp xml:id="ts0" timeString="2025-03-13T03:57:55.0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1440" units="cm"/>
          <inkml:channel name="Y" type="integer" max="900" units="cm"/>
        </inkml:traceFormat>
        <inkml:channelProperties>
          <inkml:channelProperty channel="X" name="resolution" value="34.36754" units="1/cm"/>
          <inkml:channelProperty channel="Y" name="resolution" value="34.35115" units="1/cm"/>
        </inkml:channelProperties>
      </inkml:inkSource>
      <inkml:timestamp xml:id="ts1" timeString="2025-03-13T04:02:03.468"/>
    </inkml:context>
  </inkml:definitions>
  <inkml:trace contextRef="#ctx0" brushRef="#br0">22176 11378 394,'0'0'22,"0"0"58,0 0-73,0 0-7,0 0-24,0 0-84,-25 44-8</inkml:trace>
  <inkml:trace contextRef="#ctx0" brushRef="#br0" timeOffset="4357.96">24937 12984 686,'0'0'64,"0"0"39,0 0-81,0 0-22,0 0-3,0 0-49,-20-8-202</inkml:trace>
  <inkml:trace contextRef="#ctx0" brushRef="#br0" timeOffset="82976.28">9995 11711 31,'0'0'61,"0"0"9,0 0-37,0 0-12,0 0-13,0 0-2,0 0 6,1-25-4,-1 24 16,0 1-12,0 0-2,0 0-5,0 0-5,0 0 4,0 0-3,2 0-1,-2 0 2,0 0 2,0 0-2,0 0-2,0 0 0,0 0-1,0 0-4,0 0-1,0 0-1,0 0 5,0 8 2,0-1 0,0 1 1,0-3-1,0-1 1,0-3 0,0 2-1,0 1 0,0 0-2,-3 6 2,-11 2-5,-6 4-76</inkml:trace>
  <inkml:trace contextRef="#ctx0" brushRef="#br0" timeOffset="95044.46">13294 12254 9,'0'0'5,"0"0"-5,0 0-14</inkml:trace>
  <inkml:trace contextRef="#ctx1" brushRef="#br0">9948 11769</inkml:trace>
  <inkml:trace contextRef="#ctx0" brushRef="#br0" timeOffset="-169319.57">3876 12304 0,'0'0'1,"0"0"1,0 0-2,0 0 0,0 0 0,0 0 0,0 0-2,0 0 2,1-6 2,-1 4-1,2 0-1,-2 0 2,0 0 2,0 0 6,2 2 6,-2-4-3,1 2-6,2-2-4,-1-2-3,0 2 0,0 0 3,-2 0 5,1 0-5,1 2-1,-2-2 8,3 2-1,-3-2 2,0 0 10,0 0-6,0 0 32,0-2-7,2 2-11,-2 0-10,0 2 24,0-2-13,0 2-9,0 0 10,0 1 9,0 1-3,0 0-2,0 0 1,0 0-11,0 0-4,0 0 15,0 0-31,0 0-10,0 17-5,-5 13 3,-4 6 7,5 4 0,4-5 0,0-4 0,0-5 0,8-5 0,10-6 0,2-5-1,2-6-3,0-4 3,3 0 1,-2-4 5,1-15-1,3-8 0,-8 1-2,2-5 2,-5 6 1,-6 5-1,-4 7-3,-4 6 10,-2 7 15,0 0-7,0 0-19,0 16-27,0 16 11,0 6 16,-2 2 1,2-9 6,0-6-7,0-9 0,0-6-8,3-4-13,3-3 7,4-3 3,5 0 11,7-14 5,-1-10 1,1-1-5,2 1 1,-2 1-2,-4 2-1,4 4 1,-6 6 4,-3 1-3,-1 6 1,0 0 2,1 4-2,1 0-2,2 0 0,-1 0 4,1 12 0,0 8 2,-1 4-4,-8 4 7,-2 2-2,-5-2-2,0-2 0,0-4-3,-12-3 1,-3-3-3,-1-4-3,0-4-12,-3-6-41,-2-2-42,2 0-61,-4-22-68</inkml:trace>
  <inkml:trace contextRef="#ctx0" brushRef="#br0" timeOffset="-169063.29">4151 11604 219,'0'0'69,"0"0"6,0 0-4,0 0-35,0 0-12,0 0-20,5 0-4,-3 4-10,6 24-71,4 11-18,8 3-122</inkml:trace>
  <inkml:trace contextRef="#ctx0" brushRef="#br0" timeOffset="-168652.56">4921 11935 19,'0'0'136,"0"0"-73,0 0 32,0 0-51,0 0-11,0 0 10,-32-36-2,29 36-6,3 0 11,0 0-7,0 0-23,-3 0-16,-3 18-16,-6 24 16,-2 16 1,3 16 11,-1 7 5,3 3-4,3-4 6,2-5-12,2-14 0,2-8-6,0-9 1,0-10-2,0-8-2,0-9-40,0-4-28,0-9-42,0-4-50,0 0-93</inkml:trace>
  <inkml:trace contextRef="#ctx0" brushRef="#br0" timeOffset="-168430.84">4609 12414 212,'0'0'82,"0"0"-71,0 0 2,0 0-10,0 0 7,0 0 73,112-24 11,-61 12-41,0-2-39,-6 6-10,-9 4-4,-8 4-79,-9 0-154</inkml:trace>
  <inkml:trace contextRef="#ctx0" brushRef="#br0" timeOffset="-167700.51">5025 12358 157,'0'0'2,"0"0"-2,0 0 0,0 0 27,0 0 49,0 0 18,120 4 9,-81-16-60,-4-5-32,-9 2-6,-7-3-1,-4 0 0,-7 4-1,-7 0 9,-1 6-1,0 2 16,-3 2 10,-13 1-17,-6 3-18,-2 0-2,-4 4-4,3 13-1,4 1 0,2 2 1,9-1 0,3 2 2,-1 5-1,8 0 1,0 1 2,3-3-1,21-5 1,6-1 3,9-9 3,5-8-1,8-1 3,1-3-1,6-22-3,-5-3-2,-1-2 3,-13-2-2,-6 0 4,-8-4-1,-8 0-3,-9 2 4,-4 3-2,-5 8 0,0 5 5,-5 8-10,-8 3-9,-5 6 8,0 1-6,-3 0-8,4 1-12,5 9 9,7 1 1,4-1-6,1 0 5,0-1 7,0 2-1,13-2 12,5-2 2,1-1 0,2 1 2,4-1-3,-3 1-1,-1 3 1,-5 0-1,-4-1 2,-1 6-2,-6-1-2,2 2 2,-3 3 8,0 0 7,-1 1 2,2-4-8,1-1-1,0-4-7,-1-3 2,6-2-1,0-2 2,6-4 0,7 0-4,9-2-7,2-20-83,-5-4-205</inkml:trace>
  <inkml:trace contextRef="#ctx0" brushRef="#br0" timeOffset="-166941.46">6184 11689 92,'0'0'109,"0"0"-14,0 0-34,0 0 24,0 0-2,0 0-36,0-14-26,0 14-18,-1 15 0,-5 16 0,-3 17 40,-5 10 20,2 10-26,-1 8-3,0 8-19,-1 8-4,-3 13-7,2 1 5,5 4 89,3-1-84,5-7-9,-1-6-3,2-8 0,1-10 0,0-14-2,0-9 1,0-14-1,0-12 0,0-13-1,1-9-2,4-6-2,1-1-4,10 0-2,8-14 11,5-12 5,-1-6-5,-1-4-2,-4 1-4,-10-1 1,-6 1 1,-7-4 1,0 1-4,-15 2-2,-12 0-8,2 2 13,-1 2-6,3 5 2,4 0 7,0 2-3,6 6-3,2 3 5,2 2 1,2 4-5,1 2-12,4 0 10,1 2 3,1 2 0,0-4 0,0-1-3,3-2-3,19-5 2,11-3 5,8-3 4,10 0 0,7-2 1,-1 5-1,-7-2 0,-9 3-1,-11 6 1,-8 2 1,-7 3 2,-5 1-2,-2 2-1,-4 1 1,-4 1 1,0 2 1,0 0-3,0 0-20,0 0-134,0 0-89</inkml:trace>
  <inkml:trace contextRef="#ctx0" brushRef="#br0" timeOffset="-166432.35">6882 12190 0,'0'0'118,"0"0"-25,0 0 3,0 0 17,0 0-24,0 0-19,12-44 0,-13 38-18,-10 2-16,-2 1-17,-7 3-10,-6 0-6,-8 0 2,0 7-1,0 8 2,5 6-6,6-2 1,6 2-1,7 0-5,4 0 1,6-1-2,0-2 4,1-3-7,25-6-9,3-7-6,7-2 8,3 0 0,-1-14-3,-7-8 3,-1-2-1,-5-1 17,-10 4 0,-2 0 5,-4 4-4,-6 7 4,-1 4 1,-2 6 10,0 0 3,0 0-14,0 0-5,0 0-7,0 1-8,0 20 14,0 3 1,0 1 5,0 0-4,0-3-1,10-6-23,15-11-147,3-5-181</inkml:trace>
  <inkml:trace contextRef="#ctx0" brushRef="#br0" timeOffset="-165854.44">7429 11919 375,'0'0'34,"0"0"50,0 0-16,0 0-27,0 0-2,0 0 1,-77 40-3,57-12 3,-2 4 0,4 2-21,1 7 4,0-2-12,7 1 2,4-1-13,6-5 2,0-2 4,0-6-6,18-4 1,9-4 3,8-6-2,5-8-2,5-4 1,0 0-1,-3-2-3,1-13-8,-1-4-3,-2-1 5,-5-4 4,-8 2-21,-11 0 14,-7 0 12,-6 2 6,-3 2-3,0 0-2,-6 1 1,-8 6-2,1 4 0,-2 3 2,3 3-2,-1 1 0,3 0 0,-2 0-2,3 18 2,0 5 2,2 4 10,4-1-1,3-5-5,0 0 3,10-6-9,15 0 9,2-7 8,7-4 1,10-4-3,1 0 6,5 0-12,-3 0-1,-10-8-4,-4 2 0,-11 2-4,-9 2-4,-11-2-115,-2-6-275</inkml:trace>
  <inkml:trace contextRef="#ctx0" brushRef="#br0" timeOffset="-164768.68">8974 11907 166,'0'0'119,"0"0"-97,0 0 36,0 0 27,0 0 1,0 0 22,12-2-5,-12-4-42,-17 0-31,-10 0-14,-11 6-16,-6 0 2,-1 0-3,3 10 1,9 7-3,9 2-3,8 1 2,8 0-3,8 2 1,0 2-4,6 4 7,16 0 3,3 1 0,5-1 3,2-1-3,-3 1 0,-1 3 0,-4-1 1,-7-2-3,-6-4 1,-10 0-6,-1-4 0,0 0-2,-24-2 8,-7-4 1,-6-3 3,2-5 6,2-2-9,5-4 0,7 0-4,6 0-3,8-6-9,4-2-14,3-3-2,0 1 25,12 0-8,13 2 9,-1 4 4,1 0 1,2 4 1,-1 0 0,1 0 0,6 0 0,0 4 2,-6 12 1,-1 6 4,-10 2-2,-5 11-1,-11 9 6,0 5 6,-6 12 58,-15 1-35,4-4-33,0-6 4,3-8-7,5-3-2,2-8 4,3-3-4,3-3 1,1-5 2,0-7 2,0-2-6,0-5 1,10-4 4,10-4 5,13 0 1,9 0 1,7 0-6,1 0-4,1-4 5,1-1-7,-5-5 2,-5 4-2,-3-3-8,-10-5-104,-11-4-65,-9-5-215</inkml:trace>
  <inkml:trace contextRef="#ctx0" brushRef="#br0" timeOffset="-159764">4083 13619 3,'0'0'26,"0"0"-5,0 0-4,0 0 4,0 0 13,0 0 91,0 0-122,0 0 1,0 0 15,0 0-3,0 0-3,0 0 8,0 0-10,0 0-6,0-1 7,0 1 6,0-3-3,0 3 8,0-1 32,0-4-44,0 3-8,0 0 0,-2-2-1,-3 1 0,-3-2 2,-1 1 7,-1 1-11,0 0-2,-5-1 0,2 4 2,-2-2-1,-2 2 1,2 0-1,-2 2 0,1 12-5,4 7 1,2 2-1,3 8 0,2 0 6,2 6-1,3 0 1,0 6 2,0 5 5,5 6 9,3 3 0,-5-2-3,3 1 0,-5-1-1,-1-11-5,0-4-2,0-4-1,0-6 0,-13-4-4,1-4 0,-3-6-53,-4-10-66,-2-6-81</inkml:trace>
  <inkml:trace contextRef="#ctx0" brushRef="#br0" timeOffset="-159547.43">3716 14141 360,'0'0'100,"0"0"-87,0 0 9,0 0-22,0 0-1,0 0 1,133-34 11,-72 24-2,3-1-7,1 4-2,-6-1-2,-1-1-78,-6 2-55,-10-4-20,-4 4 11</inkml:trace>
  <inkml:trace contextRef="#ctx0" brushRef="#br0" timeOffset="-159008.29">4367 13993 59,'0'0'60,"0"0"28,0 0-40,0 0 4,0 0-6,0 0 4,-47 5-16,31 8-1,2 2-15,4 2-8,1 2-10,8 1 0,1 0 0,0-1 2,18-3 1,14-8-3,10-6 0,6-2 0,1 0 0,-1-16-1,-2-2-3,-9 2-7,-8-1-1,-9 6 12,-12 3 4,-4 2-1,-4 4 4,0 2 4,0 0 7,0 0-18,0 0-12,0 12-11,-4 8 23,-4-3 6,3-4-6,1-3-15,3-8-37,1-2-25,0 0 34,0 0 34,10-6 9,10-13 6,2-3-4,1 3 22,-4-5 9,2 2-13,4 4-4,0 1 0,-3 8-9,-2 2 0,-7 7-3,-3 0-4,-1 0 1,-1 2 7,-1 14 5,-3 4 6,1 3-1,-5 2 23,0 2-20,0-3-10,0-7-11,0-2-2,0-7-75,16-8-46,6 0-43</inkml:trace>
  <inkml:trace contextRef="#ctx0" brushRef="#br0" timeOffset="-158228.35">5317 13917 324,'0'0'52,"0"0"60,0 0-28,0 0-32,0 0 1,0 0-35,-40 0-18,13 15 0,0 2 0,1-2 2,12 0-2,1-4 0,10 1-7,3-6-10,0 1 2,0-1-5,3-2-2,14-3 0,3-1 3,0 0 14,1-1 0,-2-12 5,-4-1-3,-3 1 3,-2-4 3,-2 3-1,-1 0-1,-4 2 3,2 6 0,-5 2 14,0 3 22,0 1-14,0 0-11,0 0-15,0 0-1,0 0-14,0 5-2,2 7 6,3 4 11,5 2 0,5-4 4,0 1-3,10-8 1,3-3 4,8-4-6,5 0 5,6-18-5,5-10 0,-2-10-5,0-6-8,-8-2 3,-3-4 2,-11-4-15,-10 0 1,-8-4-17,-5 3 17,-5 9 1,0 10 21,0 10 3,0 8 11,-10 8 24,0 4 3,4-1-5,-3 6-18,6-1-3,-3 2 18,2 0-32,-1 0-1,-7 22-16,-1 11 16,-3 14 9,3 11 6,1 8-1,2 6 17,4 1-11,0-3 0,5-5 3,1-7-12,-4-11-3,4-4-7,0-7 2,0-8-1,0-7 1,0 0-1,-3-7-2,-5-4-31,-9 0-43,-5-6-80,-8-4-107</inkml:trace>
  <inkml:trace contextRef="#ctx0" brushRef="#br0" timeOffset="-157923.53">4995 13530 344,'0'0'76,"0"0"-5,0 0 10,0 0-58,0 0-23,0 0-5,-5-13-2,5 13-4,0 8-59,1 20-25,9 5-56</inkml:trace>
  <inkml:trace contextRef="#ctx0" brushRef="#br0" timeOffset="-156801.74">6533 13752 148,'0'0'62,"0"0"-29,0 0 18,0 0-7,0 0 16,0 0-19,7-4-7,-7 4-4,0 0 2,0 0-12,0 0-15,0 18-5,0 21 9,-4 12-4,-5 7 13,-2 4-11,3-1-4,0-3-1,-2-3 2,2-4-4,2-11-1,0-6-53,1-11-84,-1-16-80</inkml:trace>
  <inkml:trace contextRef="#ctx0" brushRef="#br0" timeOffset="-156478.66">6538 13773 199,'0'0'36,"0"0"-30,0 0 10,109-89 25,-74 74-21,-2 9-5,-4 6-9,-2 0-6,-3 6 0,-6 20 7,-7 9-6,-5 8 10,-6 8-10,0-6 15,-11-2 3,-13-6-4,-3-10 2,2-5-15,-2-8 4,1-4 6,1-6-12,7-4-20,1 0-16,12-11-71,5-18-75</inkml:trace>
  <inkml:trace contextRef="#ctx0" brushRef="#br0" timeOffset="-156185.36">7170 13684 159,'0'0'192,"0"0"-177,0 0 14,0 0-14,0 0-8,0 0 31,-4 82 26,-5-37-17,0 2-6,0-1-17,2-3-6,3-8-4,2-5-13,2-5 1,0-7-2,0-2-1,0-10-85,15-6-99,10 0-115</inkml:trace>
  <inkml:trace contextRef="#ctx0" brushRef="#br0" timeOffset="-155969.22">7565 13832 370,'0'0'104,"0"0"-100,0 0 11,144-48 23,-87 33-17,-5 6-15,-12 5-6,-10 4 0,-8 0-78,-12 2-157</inkml:trace>
  <inkml:trace contextRef="#ctx0" brushRef="#br0" timeOffset="-155795.09">7693 14008 134,'0'0'153,"0"0"-138,0 0 13,0 0-15,0 0 8,0 0 35,91-1-20,-51-8-25,4 0-11,-7-5-24,-3 1-240</inkml:trace>
  <inkml:trace contextRef="#ctx0" brushRef="#br0" timeOffset="-155227.6">8322 13684 362,'0'0'98,"0"0"-79,0 0 38,0 0-28,0 0-17,97-105 4,-56 89-6,-10 6 5,-11 8-15,-10 2 0,-3 0-2,-7 8-6,0 16 0,0 8 7,-17 7 1,-8-6 12,-4 0-3,3-7-2,4-6-6,7-7-1,4-6-5,5-5-12,6 0-3,0-2 4,0 0-2,0 0-14,2 0 18,14 0 6,6 0 5,7-6 3,0 1 0,2-1 1,3 5-2,-8 1 1,-4 0 0,-8 1-4,-8 16-2,-1 5-4,-5 6 1,0 1 5,-13 0 4,-12-1 7,-7-5 23,-1-1 17,-3-7-11,-4-3-12,2-2-12,3-6-6,5-4-6,5 0 0,7 0-13,9-8-45,9-14-88,0-6-76</inkml:trace>
  <inkml:trace contextRef="#ctx0" brushRef="#br0" timeOffset="-155007.65">8825 13800 456,'0'0'118,"0"0"-97,0 0 22,0 0-10,0 0-25,0 0-2,7 0-6,-7 0-23,5 0-140,0 0-186</inkml:trace>
  <inkml:trace contextRef="#ctx0" brushRef="#br0" timeOffset="-154726.72">9133 13563 222,'0'0'99,"0"0"-37,0 0 16,0 0-27,0 0-24,0 0-14,0 12-13,0 17 3,0 8 39,0 4 7,0 3-14,0-4-17,0-6-10,0 0 1,0-4-9,0-8 0,0-4-2,12-8-149,4-10-91</inkml:trace>
  <inkml:trace contextRef="#ctx0" brushRef="#br0" timeOffset="-154365.86">9657 13503 368,'0'0'173,"0"0"-173,0 0 10,0 0-9,0 0 22,0 0 30,-61 104-23,47-75-8,1-6-13,6-2-6,2-3 1,4-4-3,1 0 2,0 0-3,7-2 2,18-2 2,6-3 7,4-3-2,3-1 2,4-3-6,1 0-2,-1 0-1,-2-7 0,-2-2-1,-7-3 1,-6 1-4,-7 0-16,-6-1-107,-10-3-130</inkml:trace>
  <inkml:trace contextRef="#ctx0" brushRef="#br0" timeOffset="-154069.04">9848 13571 262,'0'0'38,"0"0"-18,0 0 5,0 0 6,0 0-12,0 0 15,0 56 91,-1-15-31,-10 5-20,0 2-24,-1-5-18,1 0-7,1-9-16,4-2-8,5-6 2,-2-2-3,3-6 0,0-2-11,0-6-48,16-6-63,12-4-62,9-1-276</inkml:trace>
  <inkml:trace contextRef="#ctx0" brushRef="#br0" timeOffset="-153830.49">10483 13607 576,'0'0'111,"0"0"-58,0 0-2,0 0-28,0 0-17,0 0-6,4-6-4,-4 6-11,0 0-122,0 0-169</inkml:trace>
  <inkml:trace contextRef="#ctx0" brushRef="#br0" timeOffset="-153561.38">10545 13766 277,'0'0'19,"0"0"-3,0 0 28,0 0 30,0 0 31,0 0-22,-8 92 10,-20-58-21,-9 6-25,-4 0-25,-5 3-13,5-3-7,1-4-2,7-6-3,5-4-72,9-6-135,7-10-103</inkml:trace>
  <inkml:trace contextRef="#ctx0" brushRef="#br0" timeOffset="-150359.71">4350 14957 141,'0'0'96,"0"0"-59,0 0 25,0 0-16,0 0 2,0 0-10,0 0 0,-2-12 43,2 12-61,0 0-7,0 0-13,0 14-4,0 18-4,0 12 8,0 8 19,0-4 0,0-1-15,8-11 1,4-10-5,0-3 1,3-6 0,-5-11 0,-1-2 0,2 0 4,2-4 4,8 0 4,2-14 2,4-8-6,1-9 0,-3-1-4,0-4 0,-5-4-1,-3 0 0,-5-4-3,-6 8 1,-1 0 0,-3 10-2,-2 8 3,2 6-3,-2 6 0,0 2 0,0 2-5,0 2-26,1 0-40,6 0-29,8 0-76,9 10 78,4 4-68</inkml:trace>
  <inkml:trace contextRef="#ctx0" brushRef="#br0" timeOffset="-149669.4">5220 14869 74,'0'0'68,"0"0"-43,0 0 38,0 0 9,0 0-14,0 0-24,-12 10 11,-6 12 2,-5 8-7,0 2-3,7-2-12,3 2-12,3-6-5,8 2-7,-2-2 0,4-2 1,0-6-2,5-2-4,16-3 4,3-3 1,6-10 3,1 0 0,6 0 1,-5-16 0,-1-3-4,-4-1 0,-5-2 0,-8 0 0,-8 1 2,-6 2-3,0-1 0,-2 6 0,-18 4-13,-6 6-5,-1 4-3,2 0 14,3 0 6,6 0 0,5 8-6,8-6 3,3-2-7,0 2-16,0-2 7,12 0 3,16 0 17,5 0 5,6 0 1,1 0-5,3-4 0,-3 4 1,-8 0-2,-3 0 0,-10 0 0,-10 10 0,-4 2 6,-2-2 4,-1 0 0,-2 2-1,0-3-2,2-2-3,-2 3-2,3-6-1,-1 7-1,1-2 0,2 3 1,1 6-1,2-4 0,3-2 1,1-2-1,11-1 1,12-9 2,15 0-3,14-16-3,14-13-57,2-7-122,1-8-12</inkml:trace>
  <inkml:trace contextRef="#ctx0" brushRef="#br0" timeOffset="-149130.15">6298 14869 17,'0'0'176,"0"0"-92,0 0-9,0 0-27,0 0-28,0 0-6,-55-10 0,34 21 7,-2 5 11,-2 3-7,0-1-6,4 8-3,-3-2-8,5 1-5,6-2-1,7-5-2,4-2 0,2 0-2,0-4 0,2-4 2,14-1-3,5-7 3,5 0 0,6 0 5,1-15-3,-1-7 1,5-12-3,-2-2 0,-4-10-9,-4-8-10,-5-4-23,-6-9 3,-8 3 11,-4 12 8,-4 17 16,0 6 4,0 16 13,0 6 24,-6 3 10,2 4 1,2 0-41,2 0 26,0 0-26,-4 0-7,-3 17-1,0 19 1,-3 5 16,0 21 2,8 5 3,-7 7-6,6 0 5,-3-4 9,1-3-7,3-8-7,-1-2-7,0-9-7,2-6 3,1-10 0,-3-3-1,0-10-3,1-5-20,-2-5-73,-7-9-46,-2 0-72,-9-6-104</inkml:trace>
  <inkml:trace contextRef="#ctx0" brushRef="#br0" timeOffset="-148917.08">5962 14644 404,'0'0'41,"0"0"-26,0 0 16,0 0-28,0 0-3,0 0-1,18-24-6,-3 24-66,-2 2-147</inkml:trace>
  <inkml:trace contextRef="#ctx0" brushRef="#br0" timeOffset="-147600.25">8003 14901 141,'0'0'183,"0"0"-174,0 0 46,0 0 4,-19-104 8,3 79 6,-1 6-25,-6 6-13,-10 7-28,-9 6-3,-5 0 1,-3 20-1,3 5 6,12 3-7,0-5 0,9 4 0,5-1-2,8 0-2,5-8-7,8 0 2,0 0-2,12-8-4,19-2-6,14-8 4,5 0-40,-3-2-17,0-14-28,-1-10 74,-9 2-3,-8-3-1,-6-2 29,-11 1 3,-2 0 9,-7 2 20,0 8-8,-1 5 29,-2 9-14,0 3-10,0 1-27,0 0-2,0 0-5,0 5-13,0 17 18,0 2 10,0 1-9,0-6-1,0 0 1,5-7 1,17-2 0,5-6 8,9-4 3,6 0-4,7-14 7,-2-14-13,4-7 2,-4-1 0,-4-4-1,-7-1 3,-10 6 3,-12 1-6,-6 12 2,-8 8 0,0 7-6,-12 7-16,-12 0 14,1 0-10,4 0 1,5 9-1,7-3-5,6 0-9,1 2 3,0 1-15,0-2 21,13-1 12,8 2 4,1-3 1,2 2 4,-2-1-2,-3 2-2,-1 6 0,-4-4 0,-7 6 0,0 3 0,-6-2 10,1 3 2,-2-2 4,0-1-6,2-4-4,-1 0-5,6 1 2,-2-2-1,5 1-1,5 2 2,0-5 1,7 0 1,5-6 3,8-4 3,0 0-5,1 0 0,-5-14-5,-6 0 2,-7-4 4,-3 0-1,-8 0 0,-4 1 6,-3 2 12,0 2-4,0 4 0,-3 5-2,-4-1-9,-1 5-5,1 0-4,4 0 0,-1 0-4,-2 5-8,0 12 5,-5 2 7,6 4 5,0 4 5,5-1-4,0-5-1,0 2-4,0-5 0,15-4 5,10-2 2,12-8 6,15-4-6,11 0-8,2-12-140,-3-10-155</inkml:trace>
  <inkml:trace contextRef="#ctx0" brushRef="#br0" timeOffset="-147158.52">9482 14672 36,'0'0'196,"0"0"-129,0 0 25,0 0-48,0 0-21,0 0-1,-104-20 1,71 26 14,3 8 15,3 0-16,5-2-13,4 5 0,6-6-15,7-1-8,0-2-7,5 2-2,0 2 6,9-2-4,17 3-6,6-13-8,1 0-29,-3 0-21,-3 0 22,-4-13 19,-5 3 12,-2-2 18,-7 2 2,-4 5 7,-4 2 37,2-1 24,-1 4-6,0 0-10,1 0-25,0 0-13,-1 0-6,4 0-10,1 4 5,4 8 27,0 2-12,4 3-12,-1-3 1,4 0-2,4-6-7,1-2-1,5-6-123,-4 0-140</inkml:trace>
  <inkml:trace contextRef="#ctx0" brushRef="#br0" timeOffset="-146573.25">10078 14454 188,'0'0'42,"0"0"-34,0 0 6,0 0 48,0 0-4,0 0-3,-116 80-16,105-56-2,1 4-5,2 6-12,3 4-3,1 2-7,4 1 3,0-1-8,0-7-5,17 2 7,10-12-4,3-2-3,14-7-3,2-14-55,0 0-223</inkml:trace>
  <inkml:trace contextRef="#ctx0" brushRef="#br0" timeOffset="-146177">10422 14476 94,'0'0'82,"0"0"-76,0 0 17,0 0 5,0 0 1,112-10-4,-94 10 0,-6 10-3,-2 4-4,1 4 5,-7 8 2,-2 2 3,-2 10 10,0 9 18,-14 0 8,-12 3-8,-4-4-5,-3-7-10,2-7-21,-2-7 9,3-2-25,3-9 5,2-2-2,10-6-7,4-2-12,7-4-109,4 0-54,0-10-110</inkml:trace>
  <inkml:trace contextRef="#ctx0" brushRef="#br0" timeOffset="-145754.5">11129 14516 775,'0'0'45,"0"0"12,0 0 19,0 0-15,0 0-35,0 0-15,8-4-5,-8 4-6,0-4 1,0 4-1,0 0-18,0 0-74,0 0-62,0 0-141,-13 0-187</inkml:trace>
  <inkml:trace contextRef="#ctx0" brushRef="#br0" timeOffset="-145409.51">11196 14886 462,'0'0'66,"0"0"0,0 0 5,0 0-7,0 0 3,0 0-18,-120 99-1,91-77-16,2-4-12,4-6-5,6-2-12,3 0 3,4-1-5,4-8-2,3 3-17,3-4-115,0 0-82,0 0-130</inkml:trace>
  <inkml:trace contextRef="#ctx0" brushRef="#br0" timeOffset="-143909.91">5108 15709 137,'0'0'50,"0"0"-14,0 0 33,0 0-5,0 0-5,0 0-16,-15-50 0,15 42 0,11-6-4,7-1 21,5 0-21,9 5-21,-1-1-3,3 8-4,1 3-7,-5 0-4,-4 0 2,-2 2-1,-7 10 0,-2 2-1,-7 4-1,-6 7 0,-2 12-2,0 3 3,-17 6 8,-6 2 0,3-7 4,6-2-8,1-4-2,5-2-2,4 2 2,3-8 0,1-4-4,0-4 0,5-4 1,13-5 1,9-10 1,11 0 5,4-4-2,5-18 2,-4-2-4,-6-6-2,-10 2 0,-9-3-1,-6 9-1,-9 4-1,-3 10 0,0 6 2,0 2-13,-10 0-11,-6 0 2,-3 0 13,-1 6-1,5 10 10,0 4-6,4-2 4,0 3 0,5-3-4,4 0 3,2-4-1,0 4 5,0-7 1,0 8 0,8-6-1,0 6 0,1-5 0,1 0 2,-3 2-1,3-1 1,1-4-2,-4 3 1,1-4 2,-4-2-1,1 2-2,-4-2 4,-1 6 1,0-2 14,0 2 7,0 4 4,0 1 7,-16 3-7,-8 4-4,-5 2 5,-10-3-10,-3 2-1,-8-3-2,-8 2 3,-4-8-14,-7-4 9,-1-2-6,3-8-6,9-4 1,8 0-5,10-4 0,11-14-12,6-4-66,16-14-40,7-9-127</inkml:trace>
  <inkml:trace contextRef="#ctx0" brushRef="#br0" timeOffset="-140897.66">13123 12511 28,'0'0'39,"0"0"-8,0 0-1,0 0-5,0 0 3,0 0-1,0 0-2,2 0 0,-2 0-1,2 0-7,-2-3-10,0-1 0,0-2-7,0 1 4,0-2 2,0 3-5,0 1 2,0-1-2,0 0 2,0 1 3,0-1 1,0 1-1,0-1 4,0 0-1,0 1-1,-5-1 2,-2 2 4,-3 1-11,-5-2-1,-3 3-2,-9 0 0,-4 0 0,-3 0 0,-1 0-3,-1 9 3,4 4-1,5 4 1,6-2-2,2 10-2,5 5 2,3 6-2,2 6 3,9 2-1,0 0 2,0-2 2,16-1-1,8-9-1,7-7 5,5-2 1,8-10 0,12-4 6,9-9 10,12 0-5,0-9-12,-7-14-5,-10-12-87,-20-4-175</inkml:trace>
  <inkml:trace contextRef="#ctx0" brushRef="#br0" timeOffset="-140620.51">13481 12280 154,'0'0'34,"0"0"-29,0 0-5,0 0-6,0 0 6,0 0 32,-4 142 24,4-92-18,11 4 1,1-1-22,0-3-11,4-2 0,1-6-2,2-2-4,8-5 0,1-8-6,9-9-53,7-11-62,-1-7-78</inkml:trace>
  <inkml:trace contextRef="#ctx0" brushRef="#br0" timeOffset="-139420.46">14060 12631 88,'0'0'93,"0"0"2,0 0-38,0 0-12,0 0 6,0 0-32,-108-22 0,71 38-5,4 8-4,-1 2-3,6 0-5,11-2 1,6-2-3,4 0-9,7-2 6,0-2-2,10 0 0,15-2-4,9-3 0,0-8 6,3-5-23,-5 0 8,-5-1 3,-3-16 1,-8-1 9,-3-2 5,-2-2 3,-7 3 0,-1-4 5,-3 7 6,0 4 8,0 2 13,0 8-11,0 2 0,0 0-10,0 0-1,0 0-13,0 0-2,0 0 2,0 6-12,0 16 2,-7 4 10,2 0 0,5-2-3,0-4 3,0-2-2,15-4 1,10-6 1,11-5 0,13-3 10,4 0-10,2-19 6,-3-5-5,-5-8-1,-3-4 3,-7 0 0,-4-2 2,-14 7-1,-6 8 5,-9 7 6,-4 6 9,0 6-8,0 4 7,-8 0-23,-10 0-1,0 0-7,0 0-4,2 6 5,4 4 0,2 0-8,1 0 0,9 0-2,0 0 9,0 0-11,0 2 6,12 2 4,13 0 4,7 0 5,4 0 3,-4-2-3,-2 0 0,-9 0 0,-10-4-2,-7 4 1,-4 2-6,-1 3 0,-27 2-2,-5-1 9,1-1 8,7-6-1,10-4-7,8-3-6,6-3 6,1-1 1,0 0 2,0 0-5,1 0 2,19 0-8,9-9 6,6-8 2,7 2 0,6-6 0,6-5 2,5-3 1,3-6-3,-5-1 4,-12 4 1,-10 7 4,-18 10 6,-7 5 13,-9 6 14,-1 2-10,0 0-16,0-1-13,0 3-3,-12 0-7,-2 0-8,-1 0-9,0 0 4,2 3 9,3 3 1,4 0-3,5 0-1,1-2-1,0 2 7,0-1-5,5 4 9,10-1 0,5 4 3,2 0 1,-2 2 1,0 0-1,-7 2-1,-2-2 1,-7 3 1,-4-4-1,0 6 15,-15-2 16,-13 5 46,-8 0-42,2 1-9,-1-7-24,6-6 3,6-4-4,2-6-2,2 0-25,2 0-87,6-16-226</inkml:trace>
  <inkml:trace contextRef="#ctx0" brushRef="#br0" timeOffset="-138250.25">16155 12418 31,'0'0'22,"0"0"-3,0 0-4,0 0 5,0 0 9,0 0 19,-8-5-10,8 3 2,-1-1-17,-3 3 15,2 0-12,2 0-5,0 0-1,0 0-8,0 0-10,0 0-2,-1 0-1,1 0-1,0 0-2,0 0-3,0 0 1,-2 18-7,0 13 13,1 13 12,1 14 14,0 12 7,0 6 3,0 8 11,0 0-24,0 1-5,-4-7-10,4-9 0,-1-10-4,-1-15 3,0-9-5,2-9 2,0-10-4,0-7 0,0-2-5,0-5-58,-3-2-77,-4 0-9</inkml:trace>
  <inkml:trace contextRef="#ctx0" brushRef="#br0" timeOffset="-137880.55">16282 12481 189,'0'0'15,"0"0"-7,0 0 8,124-74 3,-87 61 22,-7 5-20,-3 6-4,-4 2-6,-6 0-9,-1 0-2,-2 14-3,-3 9 3,-1 6 4,-9 11 8,-1 5 4,-4 1 17,-23 0 41,-8-2-21,-7-8-9,-3-2-20,2-9-20,0-8 5,8-6-1,8-6-8,6-3-16,5-2-49,7 0-95,9-12-180</inkml:trace>
  <inkml:trace contextRef="#ctx0" brushRef="#br0" timeOffset="-136067.68">17769 12637 78,'0'0'32,"0"0"12,0 0 14,0 0-13,0 0-13,0 0 0,0-12 25,-1 12-12,-5 0 4,-5 0-16,-4 0-12,-9 10-21,-1 12 0,0 6-4,5 2 1,5 2 0,7 0-1,6 0 0,2-2 4,10-2-2,20-6-1,12-5-4,9-7 6,13-6 1,4-4-3,3-3-22,-3-21-33,-5-5 43,-7-10 5,-4-7 10,-6-5 0,-4-6 4,-8 3-2,-6 4 2,-6 11-3,-10 13 7,-9 11 28,-1 7 8,-2 6 17,0 2-31,0 0 4,0 0-26,0 0-8,-11 7-5,-8 18-7,-5 8 12,-1 5 0,10-1-3,2-1 3,6-9 3,2-2-3,5-7-5,0-8-2,0-2-3,0-6-1,0-2 1,0 0 5,5 0 5,2 0 4,3 0 1,-1-4 1,3-6-6,1-2 8,5 0-1,-2-4 12,2 2-5,2-4 0,-1 2 8,2 0-8,-4 2-5,-5 4 4,-5 6-6,-3 2 0,-4 2-7,1 0-11,2 0-4,7 10-10,0 10 25,2 3 2,0 0-2,-2-2 0,-1-6 6,0-3-5,-2-3-1,4-6 0,1-3-5,8 0 5,5-6 2,8-18 1,3-4-3,-7-2-1,0 2 0,-7 2-2,-5 6-1,-8 10 4,-5 6 0,-4 4-5,0 0 3,0 0-15,3 0-1,-2 0-4,8 0 7,-1 12 13,8-2 0,2 4-1,0-4 1,9 0 0,3-2-6,4-6 3,5-2-13,2 0-4,-1-2-11,0-14-21,-5-4 0,-8-3 32,-9 4 5,-6-2 17,-7 3 2,0 4 1,-4 3 0,-1 3 5,0 3 32,0 5 8,0 0-28,0 0-20,0 0 0,0 0-14,0 6-2,-1 20 3,-11 13 13,-4 11 6,-1 12 5,0 8 8,-5 6 0,4 5-2,-5-1 2,4 4-4,-2-6-8,0-6 4,3-9-7,5-15-1,1-10 3,2-8-6,2-12-35,4-10-103,2-8-70</inkml:trace>
  <inkml:trace contextRef="#ctx0" brushRef="#br0" timeOffset="-135722.75">19396 12562 223,'0'0'117,"0"0"-106,0 0 10,0 0-16,0 0-5,0 0 10,127-58-5,-107 57 4,-3-1-9,-7 2 0,-4 0-7,-2 0 0,1 0 4,-3 16 3,-2 8 8,0 10-2,0 5 11,-19 6-8,-9-3 2,-2-4 14,-4-4 6,-3-6-10,3-4-4,0-6-5,-1-6-12,2-8 0,2-4-45,6-1-92,5-34-222</inkml:trace>
  <inkml:trace contextRef="#ctx0" brushRef="#br0" timeOffset="-135548.58">19242 12218 301,'0'0'113,"0"0"-107,0 0 7,0 0-13,0 0-26,0 0-41,30 22-29</inkml:trace>
  <inkml:trace contextRef="#ctx0" brushRef="#br0" timeOffset="-133591.71">19874 12900 1,'0'0'41,"0"0"20,0 0 22,0 0 1,0 0-36,0 0-34,93-81-8,-69 35-2,1-16-4,2-16-4,1-16-80,1-10 59,-4 1-51,-4 11 48,-8 20 28,-1 18 11,-6 15 8,0 15 1,-3 10 10,-2 8-3,-1 2 12,0 3-1,0 1-1,0 0-37,0 1-3,-7 37-21,-15 19 24,-6 11 11,4 0 30,3-6-22,9-1 6,2-7 2,7-3-10,0-2 3,3-3-14,0-4-5,0-2 4,4-4-4,13-4 12,5-6-10,3-5 4,8-10-4,7-6 4,5-5-3,-3 0 5,3-11-7,-7-10 2,-9-6-4,-5 1-5,-11 2 5,-4 0 1,-8 4-1,-1 2 2,0 4-2,-4 2-6,-11 6-8,-1 2 13,-1 2-7,1 2 2,4 0 4,1 0 2,6 0-12,2 10 4,-1 4 1,4 8-3,0 0 9,0 4 1,23-2-7,13-4 7,8-4 0,11-8-6,6-8 6,10 0-13,0-10-8,3-16 16,-14-3-9,-12-3 3,-13-1 5,-11-5 6,-4 3 0,-13 8 3,-6 8 2,-1 7 16,0 7 46,0 0-42,-1 1-2,-6 4-5,2 0-16,0 0 2,2 0-4,-1 0-14,-6 13 12,-1 10 1,2 6 1,-1 3-4,1-2 4,3-2-3,6-5 1,-3-4 1,3-6 0,0-4-9,0-5 3,0-1-5,0-2 3,0-1 2,6 0 3,3 0 4,4 0 3,-4-1 0,0-6-3,-6 5 2,1 0 1,-2 2 2,-2 0 0,0 0-3,0 0 1,3-2 2,3-2 3,5-2-3,1 0-5,-1 0 2,-1 0-2,-2 2 0,-4 1 0,-2 2-2,-2 1 2,0 0-8,0 0 2,0 0-8,5 0 14,-4 0 0,3 0 2,3 0-2,-4 0 7,7 0-5,5 0 5,6-12-4,3-4 4,-1-2-7,-4 0 1,-4-1 7,-2 3-8,2 3 0,-8 2 0,0 6 1,-6 1-1,-1 4-1,0-3-5,0 3 0,0 0-4,3 0 2,0 0-10,1 7 18,7 9 2,-2 0-1,5 0-1,4 2 4,3-2-3,3-5 0,-1 2 1,6-7 5,1-2-6,0-4 6,5 0-2,-6 0 0,-1-12 3,-5-4-7,-6-2 1,-5 0 0,-7 2 7,-5 0 1,0 1-6,0 2-4,-17 1 1,-3 0-1,0 5 1,-1 1 0,2 2-1,4 4 0,2 0-3,3 0 0,3 0-7,2 7 2,5 7 5,0 0-4,0 5-2,12-1 0,18-3 1,10-1 7,5-8-4,0-6 5,-2 0-7,-6 0-1,-4 0 4,-9-8 4,-8-1 3,-6 4 3,-6 1 1,0 4 12,-4 0-4,0 0-4,0 0-11,0 0 0,0 0-2,0 0-6,1 0 6,4 0-10,1 0-6,5 0 9,1 0 3,-3 0-9,-1 0 9,-2 0 6,-3 0 7,-1 0-7,-1 0 1,1 0-2,1 0-1,8 2-9,2 5 11,9 6 0,1-1 3,4 0-1,4-4 7,9-1-5,6 0 5,7-5-7,-1-2 3,0 0 0,-1 0-4,-3-18 3,-2-10-4,-8-12-11,-7-8-34,-4-11-92,-8-13 33</inkml:trace>
  <inkml:trace contextRef="#ctx0" brushRef="#br0" timeOffset="-133188.28">22500 12005 14,'0'0'112,"0"0"-3,0 0-31,0 0-36,0 0-31,0 0-11,0-30-17,-12 60 13,-4 16 4,1 8 7,2 9-1,4 5 12,6 0 0,1 0-11,2-4 1,0-6 4,0-13-10,0-13 2,2-12-3,10-6-1,4-6-8,8-8 8,5 0 3,8 0 3,0-6-6,-2-8-2,-1 2-1,-1 2-7,-2 4 0,-3 2 9,-1 4-4,-3 0 4,-2 0-6,0 4 4,-4 12 1,-5 2 0,-3 2 2,-8 4 7,-2 6 9,0-4 8,-7 0 33,-11-4-2,-6-3-14,-1-4-20,4-2-7,-6-4-7,5-5-7,0-4-76,9 0-141</inkml:trace>
  <inkml:trace contextRef="#ctx0" brushRef="#br0" timeOffset="-132490.04">22353 12301 31,'0'0'4,"0"0"18,0 0 6,0 0 12,0 0 41,0 0-24,-25-7-6,21 7-5,4 0 0,-1 0-4,1 0-1,0 0-2,0 0-15,0 0-14,0 0 0,0 0-1,11 0-3,25 0 15,22-2 17,20-10-15,9 0-12,11 2 6,-1 2-5,6 4 3,-5 1-6,-16 0 8,-11 3 0,-20 0-1,-15-3 1,-10 3 5,-13-1 9,-8 1-1,0-3-2,-3 3-18,-2 0-4,0 0-2,0 0-4,0 0-1,0 0-10,0 0-69,0 0-110,0 0-103</inkml:trace>
  <inkml:trace contextRef="#ctx0" brushRef="#br0" timeOffset="-126168.46">8349 12100 10,'0'0'10,"0"0"-5,0 0 1,0 0-3,0 0 2,0 0 7,0 0 4,0 0-3,0 0 1,0 0 2,0 0 0,0 0-5,0 0 3,0 0-4,0 0-5,0 0 7,0 0-5,-4 0-5,-1 0 2,4 0 0,-1 0 2,2 0 0,-3 0-3,3 0 4,0 0 0,-1 0 2,1 0 10,0 0 0,0 0-10,0-2-2,0 2 8,0 0 8,0 0-5,0 0-4,0 0 4,0 0-8,0 0 0,0 0-3,0 0-1,0 0 5,0 0 0,0 0 1,0 0 0,-2 0-3,0 0 0,2-3-3,-2 3-1,-1 0 1,3 0 0,0 0-3,0 0-1,0 0 1,0 0-3,-2 0 4,2 0-3,0 0-1,-1 0-3,-5 6-4,-4 20-2,-2 9 7,0 3 2,2 2 2,1-4 0,4-1-1,-3-2-1,6-5 0,-1-2 1,3-7-1,-2-4 0,2-7 0,0-2 2,0-2 1,-1-1-2,1-3 0,0 0 5,0 0 2,0 0-8,0 0-16,0 0-37,0 0-27,0 0-28,0 0-86</inkml:trace>
  <inkml:trace contextRef="#ctx0" brushRef="#br0" timeOffset="-115355.36">24016 12404 3,'0'0'76,"0"0"-70,0 0-4,0 0 5,0 0 5,0 0 7,0 0 3,0-1-8,0 1 9,0 0 0,0 0-2,0 0-2,0 0-3,0 0 0,0 0 0,0 0 0,0-3 3,0 3-4,0 0-1,0 0 5,0 0-6,0 0 0,0-2-1,0 2 7,0-2 1,0 2-8,0 0 22,0 0-28,0 0-6,0 0-2,0 0 2,0 0-3,-1 0-3,-9 0 3,-12 7 1,-6 11 2,-6 4 9,-2 6 15,7 2-24,8-1 0,0 3 11,5 1-7,4-3-2,2-2-2,8-2 0,2-4 1,0-4-1,0-4 4,1-4 1,19-4 2,7-4 2,5-2-9,4 0-54,-2-4-89,-3-16-68</inkml:trace>
  <inkml:trace contextRef="#ctx0" brushRef="#br0" timeOffset="-115030.3">24148 12062 449,'0'0'76,"0"0"45,0 0-42,0 0-35,0 0-42,0 0-2,-6-15-14,6 15-25,-10 18-130,-5 4 16,-7-1-207</inkml:trace>
  <inkml:trace contextRef="#ctx0" brushRef="#br0" timeOffset="-112986.71">14026 13557 79,'0'0'27,"0"0"-17,0 0 6,0 0 0,0 0 15,0 0 10,0 0-1,0-80 8,0 76-9,0-2-7,0 1-5,-2-2-9,-3 1-1,1 2-4,1 2-2,-1 0-8,-7 0-3,0 0 0,-8 2-1,-2 0-6,-6 0 1,-2 2 1,2 12 5,-1 2 0,1 2-4,5 2 1,6 0 0,3 2-4,5-2-2,4-2 2,4-1-2,0 1 6,0-3 2,0 6-1,10-3 2,10 0 0,2 0 6,8 0-6,3 0 1,2 2 10,2-2-10,-4 4 1,-2-2-2,-9 2-1,-4 1-1,-11 0 0,-5-1-2,-2 3 4,0 0 4,-19 1 12,-10 1-6,-1-5 1,1-8-2,-3-2-2,3-2 3,-1-7-5,3 0 1,5-3-3,7 0 2,5 0 2,4 0-6,4 0-1,2-8 0,0-3-14,0 2 2,15-4-4,3 2 10,4 3 3,-5 0-3,1 3 4,-1 4-4,-4 1 1,1 0-3,-1 0 6,-6 0-4,3 6 6,-1 7-6,-1 4-3,-2 1 7,-3 6 2,1 2 0,-1 2 11,-2 6-7,-1-4 6,0 4 4,2 4-4,-2-2 4,2-4-1,3-2-5,-2-3 2,6-5-5,0-3 1,3-1 1,1-4-2,1-1 14,-1-1-4,3-6 0,2 2 3,7-2-5,-1-6-3,5 2 1,6-2-3,4 0 1,2 0-9,4 0-39,-4 0-113,-2-8-124</inkml:trace>
  <inkml:trace contextRef="#ctx0" brushRef="#br0" timeOffset="-111080.23">14595 14807 6,'0'0'23,"0"0"2,0 0 2,0 0 9,0 0-3,0 0-3,-5-13-4,5 13-2,0 0-2,0 0-7,-3 0-5,3 0-5,-2 0-4,2 0-1,-2 0-8,-1 17-9,-4 19 16,-2 8 1,-2 14 32,1 8-2,2-2-11,0-2-6,4-4-4,-1-5-7,5-3-2,0-15 3,0 1-3,0-13-12,0-10-71,0-7-71</inkml:trace>
  <inkml:trace contextRef="#ctx0" brushRef="#br0" timeOffset="-110728.61">14725 14679 101,'0'0'15,"0"0"-3,87-103 21,-69 91 16,-9 10-28,-2 2-21,-1 0 0,2 14-14,-1 14 9,-1 15 5,-6 10 8,0 9 26,0 1 13,-9-7 1,-13-8-19,0-6 0,-5-6-10,2-6-4,-4-1-9,6-12 3,1-7-5,0-1 2,9-9-6,6 0-40,4 0-81,3-4-85</inkml:trace>
  <inkml:trace contextRef="#ctx0" brushRef="#br0" timeOffset="-110217.6">15186 14790 194,'0'0'100,"0"0"-92,0 0 36,0 0 1,0 0-32,0 0-11,-41 25 0,31 3 6,1 8 3,4 2-6,2-1-5,3 0-2,0-7-2,11-4-1,2-7 5,6-10 0,-5-1 3,-1-8 3,3 0-1,0 0 0,2-17 8,2-6-8,-6-3-3,-1-2-2,-3 2-1,0-2 0,-3 4-3,-2 2 5,-4 3-1,-1 8 0,0 2 4,0 6-1,0 3 1,0 0 0,0 0 0,0 0-4,0 0-9,0 0-4,0 18-6,0 8 14,0 6-3,0-6 8,6 2-3,5-2 1,6-4 1,6-10-4,6-2 5,2-10-28,4 0-44,-1-10-51</inkml:trace>
  <inkml:trace contextRef="#ctx0" brushRef="#br0" timeOffset="-109715.81">15704 14408 203,'0'0'44,"0"0"-3,0 0 27,0 0-56,0 0-12,0 0-30,-37 42 23,29 7 7,-3 12 14,5 11 0,0-2 1,3 3 0,2-11-10,0-13-4,-3-8 0,4-19 1,-1-4 0,1-12-2,0-2 3,0-4-2,0 0 11,0 0 8,0-14-13,12-16-7,10-6-19,6-2 8,0 8 6,-3 2 5,0 6 0,0 5-4,-3 8 3,-3 4 1,2 5-2,-8 0-9,-1 13-4,0 16 5,-6 6 10,-3 5 10,-3-4 5,0-2 10,-9-6-1,-6-6 2,-5-4-4,2-6 0,-3-2-6,1-6 3,3-2-12,1-2 4,5 0-11,7-10-8,4-13-124,16-8-112</inkml:trace>
  <inkml:trace contextRef="#ctx0" brushRef="#br0" timeOffset="-109478.33">16146 14685 334,'0'0'44,"0"0"4,0 0-16,0 0-25,0 0-7,0 0-3,0 45 3,0-5 12,-7 11 34,-2-7-39,6-4 0,1-4-6,2-6 2,0-3-3,0-10-10,0-7-105,0-10-56</inkml:trace>
  <inkml:trace contextRef="#ctx0" brushRef="#br0" timeOffset="-108717.91">16224 14279 56,'0'0'58,"0"0"9,0 0-18,0 0-10,0 0-6,0 0-10,0 0 1,0 0-13,0 0 6,0 0-10,0 0-2,0 0 0,0 0-5,0 0 0,0 0 0,0 2-9,0 10-8,-7 10 1,-1 6 16,-3 15 7,0 7 8,-1 2-2,4 8-4,3 7 9,-2 4 4,2 5-10,1 1 23,-3-7-20,5-6-6,0-10-5,2-10-3,0-8 0,0-12-1,0-5 2,0-6-1,0-3-1,0-1-14,0-9-69,5 0-51,10 0-21</inkml:trace>
  <inkml:trace contextRef="#ctx0" brushRef="#br0" timeOffset="-108419.94">16735 14580 38,'0'0'344,"0"0"-339,0 0-5,0 0-12,0 0-6,0 0 18,0 106 56,0-56-30,-6-6-12,2-7-12,2-11 4,0-8-1,2-10-5,0-4-27,0-4-94,2 0-30</inkml:trace>
  <inkml:trace contextRef="#ctx0" brushRef="#br0" timeOffset="-108282.53">16894 14361 287,'0'0'18,"0"0"-18,0 0-36,0 0-79,0 0 35</inkml:trace>
  <inkml:trace contextRef="#ctx0" brushRef="#br0" timeOffset="-108020.57">17156 14622 147,'0'0'114,"0"0"-81,0 0-8,0 0-1,0 0 9,0 0 10,-85 86-3,69-58 3,5-2-21,3-3-18,8-1-3,0-11 6,0 5 1,9-3-4,24-6 7,14-4 11,16-3 0,7-4-22,10-24-27,0-12-226</inkml:trace>
  <inkml:trace contextRef="#ctx0" brushRef="#br0" timeOffset="-107359.85">18608 14298 313,'0'0'17,"0"0"-9,0 0-8,0 0-24,0 0 5,0 0 19,-10 139 32,10-82-10,0 3-3,0-3-5,4-8-7,14-5-4,0-9 2,5-8-1,1-10 4,4-10 0,3-4-1,1-3 8,-3 0-1,3-23 1,-4-13-10,0-8 8,-4-10-4,-6-6 4,-2 2-12,-7 6-1,0 12-18,-3 13-4,1 11-76,3 6-55</inkml:trace>
  <inkml:trace contextRef="#ctx0" brushRef="#br0" timeOffset="-106189.4">19436 14325 252,'0'0'31,"0"0"-31,0 0 0,0 0 13,0 0 22,0 0 22,-84 94-24,62-59-6,1-5-2,6 2-11,0 4-7,5-8-2,7 3-5,0-6 2,3-5-2,0-3 2,4-5 2,17-7 2,7-5 0,8 0 10,4-18-7,0-13-9,-6-5-10,-5 4-10,-11-4-31,-8 7 31,-10 5-9,0 3 13,-16 8 12,-7 3 1,-3 1-1,4 8 1,0 1 0,6 0 1,5 0-3,4 0 0,7 0-6,0 0-19,0 0 15,7 6 13,22-5 2,11-1 7,7 0 1,2 0-7,-2-1 2,-6-5-3,-11 3-2,-10 3 1,-12 0-8,-5 0 2,-3 0-2,0 0 9,0 0 0,0 4 12,0 10 7,0 4 3,-3 5-8,0-4-8,3 6-2,0-3-2,0-1 1,1-6 0,20-1 6,7-5-4,14-9 3,10 0-8,8-13-60,5-12-66,0-4 13,-3-3 84,-6 2 11,-10 2 11,-11 4 7,-13 3 3,-11 10 12,-5 3 53,-6 1 28,0 6-3,0-2-16,0 1-56,-17 2-17,-5 0 4,2 0-2,-5 0-1,4 0 3,0 10 5,3 5-8,4-2-5,2 8-3,6-3 2,3 0 0,3-4 1,0-1 0,0 4 1,9-11 0,10-2 0,5-2 6,1-2 4,9 0-2,3-10-5,-1-14-4,2-11-8,0-2-9,-4-8-17,-1-9-27,-4-6-26,-3-4 22,-4 0-75,-6 4 54,-4 7 86,-5 11 14,-4 11 73,-1 12 26,1 11-34,-1 3 4,-2 5-15,0 0-65,0 0-3,0 5-19,0 23 9,-8 15 10,-4 11 14,0 14 25,-3 10 8,-1 4-4,-1 6 15,0 3-29,2-1 2,0 3-20,2 0-3,1-8-7,-3-14 9,4-12-9,-3-19-2,-1-10-24,-2-11-71,0-10-39,-6-9-78</inkml:trace>
  <inkml:trace contextRef="#ctx0" brushRef="#br0" timeOffset="-105994.29">20181 13989 574,'0'0'5,"0"0"-5,0 0-4,0 0-69,0 0-184</inkml:trace>
  <inkml:trace contextRef="#ctx0" brushRef="#br0" timeOffset="-104488.1">21924 14343 173,'0'0'20,"0"0"43,0 0-12,0 0 11,-131-68-8,94 68-35,-9 0 1,-7 0-10,-2 10-4,1 14 8,2 4-5,2 8-3,10 5-6,4 4 0,13 8-1,12-3 0,11 4-9,0-6 10,18-10-6,27-10 4,10-15 2,4-13 9,4 0-9,0-17-4,0-19-19,-7-10 6,-4-6-1,-10 0-8,-11 2 26,-7 0 7,-11 5-2,-3 5-2,-8 12 3,-2 10 2,0 11 38,0 4-29,0 3-11,0 0-6,-8 4-14,-14 20 1,-7 8 12,4 4-1,4-4 2,6 4-3,6-1 2,5 1-4,4-4 4,0 0-7,6-6 8,19-9-6,10-6 6,5-11 10,8 0 1,3-15 3,4-11-9,-3-9 3,0-4-6,1-4 5,4-10-1,-6-2-1,-5-1 3,-12 5-1,-15 11-6,-12 14 3,-7 12 1,0 1-5,-8 8 0,-19 3-5,-3 2-15,-4 0 7,6 2-1,8 10 6,8-2-2,7 4-3,5-4-21,0 6-15,2 0 14,20 0 27,3 0 8,6-2 0,-1 2 3,2 0-3,-2-2-1,0 2 0,-7 0-2,-4 0 0,-7 0-2,-4 5 3,-6-3 2,-2 5 8,0 4-2,0 3 9,0-6 0,0-2-9,0-2-6,0-4-4,8 0 4,5-8 2,11-1 0,7-7 15,10 0-2,1 0 0,3-19-15,4-4 1,-5 0 0,-4-3 2,-10 0-3,-6 4 0,-11 4 7,-7 5 1,-2 8 27,-4 5 35,0-5-26,0 4-21,0 1-1,-10 0-21,-2 0-1,-3 1-6,-3 18 0,-2 3 5,5 4 1,5-4 0,7 2-3,3 0 0,0 4 0,9-2 3,25-5 2,16-8 9,17-11-11,11-2-46,9-9-82,-5-18-97</inkml:trace>
  <inkml:trace contextRef="#ctx0" brushRef="#br0" timeOffset="-104106.42">23597 14437 79,'0'0'166,"0"0"-87,0 0 17,0 0-44,0 0 7,0 0-21,-44-38-14,20 38-22,-4 0 2,0 10 3,1 4-3,6 4-4,7 3-3,5-3 3,7 0-3,2 0 3,0-4-4,16-3-10,8-5-3,5-6 8,3 0 3,-2-6-1,-4-7 4,-2-3 1,-2-2 4,-6 4 3,-2 6-2,-6 2 0,-6 3 23,0 3 0,-2 0-12,0 0-14,1 0-5,8 4-3,0 13 8,8 4 26,-2 2-17,2 1-1,5-3 5,4 4-13,6-7-43,3-10-136,0-8-208</inkml:trace>
  <inkml:trace contextRef="#ctx0" brushRef="#br0" timeOffset="-102770.58">24674 14079 271,'0'0'36,"0"0"9,0 0 58,0 0-20,0 0-21,0 0-16,-23-57-27,-20 56-19,-19 1-5,-6 0 3,1 1 2,10 16-3,16 1 1,10 0-5,11 0 3,10 0 4,9 0-11,1 3 9,0 0-5,22 3 7,6-2-1,3-4 0,3 0-2,-1 0-4,-4 0 4,-6 0-1,-6 0-2,-2 2 2,-9 1-3,-6-1 0,0-1 2,-3-1 4,-22 0 1,-8-1 0,-4-3 0,0-4-1,9-4-6,10-4-7,8 2-6,8-4 8,2 0 12,0 0-3,0 0-5,0 0-12,15-6-7,3 0 18,-5 4 6,2-1 1,-3 3 0,-3 0-1,1 7-3,1 21 6,-7 14 0,-4 19 12,0 6 13,-15 9 27,-4 3 5,-3-5-10,1-6 9,8-4-19,-2-5-7,6-10-1,5-1-17,1-12-1,3-1-10,0-3 2,0-10 0,16 1 4,15-8 2,12-4 2,18-1-2,12-10-4,9 0-5,2-13-68,-10-13-144,-26-2-290</inkml:trace>
  <inkml:trace contextRef="#ctx0" brushRef="#br0" timeOffset="-98841.52">15906 15679 174,'0'0'36,"0"0"-30,0 0 44,0 0 5,0 0-6,0 0-19,-65-82-4,44 78-5,-1 0-20,-3 4 0,-2 0-1,2 0-1,3 0 1,6 9 0,4 8-3,1-7-8,7 2 6,4-2-10,0 4 10,0 2 5,0-2 4,16-2-4,1 2 2,7 0-2,3-4 5,8-2-4,5-4 7,5 0-4,3-2-1,-5 6-2,-8 0-1,-11 10-8,-8 0 6,-5 6-6,-11 0 8,0 4 0,0-6 2,-18 4 6,-4-7 5,-5-1 5,-1-4-4,-3-5-2,1-1-2,-5-3 1,5-5-3,2 0-7,3 0 3,3 0 3,7-13-7,5-1-8,6 0-28,4-3-63,6-2-28,22 1-74</inkml:trace>
  <inkml:trace contextRef="#ctx0" brushRef="#br0" timeOffset="-98612.39">16251 15802 244,'0'0'317,"0"0"-281,0 0 42,0 0-34,0 0-27,0 0-13,3 0-2,-3 0-2,0 0-5,1 0-61,3 0-91,7 0-145</inkml:trace>
  <inkml:trace contextRef="#ctx0" brushRef="#br0" timeOffset="-98150.51">16667 15701 288,'0'0'54,"0"0"40,0 0-52,0 0 45,0 0 11,0 0-39,4-10-28,-4 10-1,-9 0-8,-7 0-16,-5 4-6,0 10-11,2 8 3,-2 0 7,5 2-3,8 2 2,6 0 0,2-4-2,0 0 1,20-4-6,9-4 3,2-6 3,6-8 3,1 0-1,-1 0-2,-2-8 3,-5-6 2,-8-4 2,-9 4 0,-11-2 7,-2 2 0,0-4-3,0 0-7,-15 2 2,-1 6-3,-3 2-2,4 6-1,0-2-4,3 4 0,2 0-11,3 0-27,5 0-36,2 14-47,0-6-70,15 2-20</inkml:trace>
  <inkml:trace contextRef="#ctx0" brushRef="#br0" timeOffset="-97965.81">17176 15731 417,'0'0'104,"0"0"-29,0 0 4,0 0-60,0 0-19,0 0-8,-17-10-12,5 16-87,5 2-105,7-6-135</inkml:trace>
  <inkml:trace contextRef="#ctx0" brushRef="#br0" timeOffset="-97699.93">17511 15566 409,'0'0'98,"0"0"-98,0 0 0,0 0-12,0 0 10,0 0 2,-28 129 67,12-65-44,2 11 0,4 0-8,2-3-13,5-1 2,3-8 3,0-6-7,0-20-34,6-12-90,5-19-64,-4-6-20</inkml:trace>
  <inkml:trace contextRef="#ctx0" brushRef="#br0" timeOffset="-97356.65">17605 15627 208,'0'0'35,"0"0"-15,0 0 28,119-93-6,-96 84 7,-6 5-24,-5 4-17,-7 0-8,1 0-7,-2 5 0,1 22-4,-5 6 11,0 14 31,-3-1 9,-16 2 11,-9-4 3,1-12-15,4-6-9,-2-4-20,11-12 0,2-1-1,6-9-3,6 0 3,0 0 13,0 0 2,0 0-19,0-4-5,-2-3-3,2-1-21,0-4-145,0-2-354</inkml:trace>
  <inkml:trace contextRef="#ctx0" brushRef="#br0" timeOffset="-96455.9">18828 15396 28,'0'0'180,"0"0"-153,0 0-11,0 0-1,0 0-4,0 0 0,-120 26-6,79 6 17,0 8 20,1 0-10,4 5 15,4 5-25,5 6 1,8 8 10,11 2-12,8-2-10,0 2 4,18-3-13,19-5 11,14-8-3,8-6-1,3-10 3,10-13-4,2-14 2,3-7-10,6-10-18,-3-26-104,-8-12-150</inkml:trace>
  <inkml:trace contextRef="#ctx0" brushRef="#br0" timeOffset="-87080.34">19427 15547 24,'0'0'49,"0"0"-2,0 0-13,0 0 7,0 0-8,0 0 6,0 0 3,0-17-21,0 16-4,0 1 6,0 0 2,0 0 15,0 0-15,0 0 0,0 0-8,0 0-7,0 0-10,0 0-7,0 0-9,0 11-10,0 19-1,0 15 27,0 3 11,0 6 0,-1 0 4,1-4-12,0-1 7,0-10-8,0-3 3,0-5 5,0-9-5,-3-7-5,3-2-47,0-5-57,-2-8-9,1 0-36</inkml:trace>
  <inkml:trace contextRef="#ctx0" brushRef="#br0" timeOffset="-86719.95">19439 15593 37,'0'0'101,"0"0"-71,0 0 7,0 0-16,81-104-3,-54 87 2,-6 7 9,-9 2-10,-4 8-13,-3 0-6,5 0-12,-3 8-12,3 16 24,-3 11 10,-6 5 12,-1 4 4,0 2 0,-18-6-1,-4-9-8,-2-4-1,-2-5 2,0-4-5,-1-8 0,8-2-6,-2-8 4,6 0-11,3 0-11,2-5-45,10-12-71,0 3-26</inkml:trace>
  <inkml:trace contextRef="#ctx0" brushRef="#br0" timeOffset="-86367.36">19850 15622 98,'0'0'78,"0"0"-23,0 0-10,0 0 7,0 0-5,0 0-3,0 0-24,0 0-20,0 21 2,-8 13-2,-5 7 32,1 8-7,5-5-2,1-4-19,2-4-2,4-5 6,0-4-2,0-5-6,0-9-6,0-7-87,0-6-89,13 0-62</inkml:trace>
  <inkml:trace contextRef="#ctx0" brushRef="#br0" timeOffset="-85844.9">20350 15585 49,'0'0'151,"0"0"-91,0 0-14,0 0-25,0 0-18,0 0-3,0-2-18,7 12 18,9 8 22,1 4 12,-2 4-15,5-2-12,-6 6 6,-1-8-11,2 2 6,-5-4-5,0-6 5,-2 0-8,-2-6-28,0-4-58,0-4-9,0 0-87</inkml:trace>
  <inkml:trace contextRef="#ctx0" brushRef="#br0" timeOffset="-85475.38">20577 15570 61,'0'0'90,"0"0"-34,0 0-19,0 0-17,0 0-4,0 0-2,0 0-4,-17 9-9,-1 13 3,-4 10 51,1 4-5,1-2-23,3 0-9,-1 0 3,4-2-18,1-1 6,1-8-5,6 1-4,1-8 7,1-4-7,4-3-27,0-8-62,0-1-46,0 0 19</inkml:trace>
  <inkml:trace contextRef="#ctx0" brushRef="#br0" timeOffset="-85069.73">20308 15779 67,'0'0'84,"0"0"-63,0 0-9,0 0 4,0 0 14,0 0 4,33-8 14,3-2 50,4 2-39,5 0-2,-2 0-22,-3 6-7,-4-2-8,-7 4-13,-2 0-6,-8 0 3,-7 0-4,-7 0-3,-4 0 1,2 0 2,-3 0 0,2 0 0,-2 0 4,0 0 0,0 0-1,0 0-2,0 0 0,0 0 5,0 0-5,0 0-1,0 0-15,0 0-33,0 0-46,0 0-45,0 0-51</inkml:trace>
  <inkml:trace contextRef="#ctx0" brushRef="#br0" timeOffset="-83503.23">21068 15547 36,'0'0'128,"0"0"-72,0 0 9,0 0-19,0 0-2,0 0 16,-1-17 4,1 12-17,0-4-13,0-3-25,12-2 4,9 0-12,9-4 13,4 4-1,1 6-2,-7 8-11,-5 0-13,-2 11-8,-8 22 3,-8 8 11,-5 8 7,-9-1 5,-19-1 4,1-7 1,2-10-8,6-8-2,3-8-8,8-8 5,3-4 3,3 0 0,2-2 2,0 0 6,0 0-5,0 0-3,9-10-13,7-4-28,1-2 24,1 6 12,2-4-2,-4 10 4,-3 0-2,-5 4 2,-4 0-4,-4 0-8,2 0-17,-1 8 6,-1 14 24,0 6 2,0 2 6,-6-2 1,-13-2 7,-5-4-1,-4-4 1,-4-4-1,3-6-3,3-2-9,4-6-1,4 0-49,8 0-67,10-24-151</inkml:trace>
  <inkml:trace contextRef="#ctx0" brushRef="#br0" timeOffset="-83162.61">21617 15512 118,'0'0'93,"0"0"-84,0 0-9,0 0-8,0 0 8,0 0 44,45 49 45,-28-25-43,0 2-27,-1 0-6,-3-9-10,2 2 1,-5-6 6,0 0-5,-2-3-5,0-6-90,-1-4-18,2 0-46</inkml:trace>
  <inkml:trace contextRef="#ctx0" brushRef="#br0" timeOffset="-82933.36">21817 15521 113,'0'0'71,"0"0"-22,0 0-26,0 0-19,0 0 68,0 0-1,-75 84-39,56-60-5,-2 1-8,3-2-14,2-1 1,4-4-6,1-4 0,4-6-82,-3-4-62,4-4-46</inkml:trace>
  <inkml:trace contextRef="#ctx0" brushRef="#br0" timeOffset="-82745.25">21611 15622 250,'0'0'6,"0"0"2,0 0-4,0 0-4,0 0 36,105 0 16,-63 0-31,-1 0-16,-4 0-5,-1-1-18,0-2-105</inkml:trace>
  <inkml:trace contextRef="#ctx0" brushRef="#br0" timeOffset="-81897.36">22123 15490 82,'0'0'104,"0"0"-62,0 0-2,0 0 1,0 0-3,0 0 2,41-26 0,-24 24-12,-5 2-2,-2 0-26,-2 0 0,-3 0-15,-2 0-2,1 10 17,-1 3 3,-1-4-2,-2 1 4,0-2-4,1 1 0,-1-8 0,0 3 1,0-4 0,0 3 2,0-3 0,0 0 1,2 0-1,-2 0-1,0 0-3,0 0 1,0 0-1,0 0 1,0 0 0,0 0 2,0 0 5,0 0-6,0 0 9,0 0-4,0 0-1,0 0 5,0 0-2,0 0-2,0 0-3,0 0 0,0 0-3,0 0 4,0 0-4,0 0 4,0 0-4,0 0 2,0 0-2,0 0 2,0 0-2,0 0 4,0 0-4,0 0-2,0-3 1,0-1 0,-3-2 0,-2 2-1,-2-4-1,2 2 1,-2 2 0,2 0 1,0 3 0,4-3 0,-1-1 4,0 1-4,2 4 0,0-4 0,0 4 1,0 0-1,0 0 1,0 0 2,0 0 7,0 0-2,0 0-6,0 0-2,0 0-16,0 8-13,4 16 17,17 10 12,6 3 17,7-1 19,4-2 16,-2-2-38,-5-10-13,-6-4 0,-4-4 6,-8-4-2,-2-2-5,-7-4-16,-1-4-67,3 0-70,1 0-44</inkml:trace>
  <inkml:trace contextRef="#ctx0" brushRef="#br0" timeOffset="-81581.37">22532 15512 114,'0'0'39,"0"0"39,0 0-4,0 0 3,0 0-12,0 0-21,-12 0-14,4 0-19,-9 9-11,-10 14 0,-6 12 26,3-3-10,1 2 2,4-2-10,2-6-5,3-2 1,2-2-2,1-4 0,5-8-2,1-2-43,4-4-98,3-4-112</inkml:trace>
  <inkml:trace contextRef="#ctx0" brushRef="#br0" timeOffset="-81374.28">22229 15681 203,'0'0'0,"0"0"-16,0 0 16,0 0 51,0 0 42,105 0-39,-65 0-24,0 0-10,-3 0-16,2 0-4,-5-4-37,-6-4-180</inkml:trace>
  <inkml:trace contextRef="#ctx0" brushRef="#br0" timeOffset="-80706.34">22816 15486 219,'0'0'55,"0"0"49,0 0-10,0 0-14,0 0-42,0 0-29,15-54-6,6 44 20,4-4-20,-1 8 3,-4 4-2,-10 2-4,-5 0-7,-2 5-17,-3 20 14,0 7 10,-18 4 10,-9-4 13,-5-1-18,7-12 4,3-1-9,4-5-5,6-3 2,3-6-5,8-2-9,1-2 6,0 0 8,0 0 2,0 0-2,0 0-9,10-2 0,4-5-1,2 0 4,3-2 9,3 5 0,-1 3 1,4 1-1,4 0 0,-2 0-7,-6 5 5,-7 18-8,-13 6 10,-1 12 7,-30 5 43,-32 6 15,-24-2-17,-16 2-28,-12-7-20,2-4-2,10-10-166,15-13-220</inkml:trace>
  <inkml:trace contextRef="#ctx0" brushRef="#br0" timeOffset="-78364.7">18827 16607 19,'0'0'60,"0"0"-29,0 0 33,0 0 4,0 0-17,0 0 21,-69-28-10,69 28-8,0-4-17,0 4-13,0 0-11,0 0-13,0 0 0,0 0-16,6 0-5,6 0 4,3 10 4,2 7 13,0 4 0,-5-3 0,1 0 5,-1 0 0,-2-4-3,1 1 1,-1-3-3,2 1 3,3-4-1,1 0 5,8 0-4,3-5 10,5-4-4,4 0-2,-7 0 0,-4 0 4,-10-8-3,-9-1 4,-2 4 2,-4 0 0,0 1-2,0 4 0,0 0 4,0 0-16,0 0-2,-10 0-7,-7 13-5,-6 5 6,4 10-1,1 2 6,2-2 3,6-3-4,4 2 0,4-3-1,-1 3 2,3-10 0,0 1 2,0-6-1,0 2-1,0-5 2,7-4-4,-2-1 1,0 4 3,-1 2-2,-4-1 3,0 8 3,-3 7 4,-33 15 35,-20 11 16,-27 8-28,-29 4-17,-21 1-5,-26 5-8,-18-3-98,-5-10-239</inkml:trace>
  <inkml:trace contextRef="#ctx0" brushRef="#br0" timeOffset="5581.92">1266 13894 3,'0'0'7,"0"0"-3,0 0-2,0 0 0,0 0-1,0 0-1,0 0-3,-95 59-13</inkml:trace>
  <inkml:trace contextRef="#ctx0" brushRef="#br0" timeOffset="7048.73">821 14201 74,'0'0'7,"0"0"4,0 0 4,0 0 20,0 0-18,0 0-1,-9-38 3,-1 28-18,-2 2-2,-1 0-1,-4 2-3,0 2-48,-6 4-56</inkml:trace>
  <inkml:trace contextRef="#ctx0" brushRef="#br0" timeOffset="7860.39">536 14069 39,'0'0'56,"0"0"11,0 0-13,0 0-18,0 0-8,0 0-9,5-8 1,-5 2 5,2-5-20,-2 4-2,0-4 4,0 6 0,0-5 8,0 3 0,0 1 5,-2 5-8,-11 1-12,1 0-1,-8 0-4,-4 5-2,3 10 0,-2 2 6,8-2-4,8-2-1,2 2 1,4-3-2,1 0-1,0 0-2,1-2 4,22 0 3,4-2-2,2-8 2,6 2-1,-2 0-5,-5 2 0,-4 6-5,-1-2 0,-10 4-2,-1 0 12,-5 2 0,-4-2-2,-3 2 6,0 0 0,0 2 1,-18 4 6,-10-2-2,-6 2 0,0-2-4,3-8 0,-1-2 4,7-2-4,3-6 4,4 0-4,6 0 2,7 0-3,5-14-29,0-6-79</inkml:trace>
  <inkml:trace contextRef="#ctx0" brushRef="#br0" timeOffset="8190.4">817 13904 131,'0'0'42,"0"0"4,0 0 35,0 0-32,0 0-33,0 0-6,1-6-10,2 6-5,0 10-10,2 18 15,3 12 16,-3 6 3,3 9 5,-6-3-2,1 1-9,-1-4-1,3-5-7,-3-4 1,-1-10-3,1-2-3,-2-6 0,0-8-56,0-4-82,0-10-138</inkml:trace>
  <inkml:trace contextRef="#ctx0" brushRef="#br0" timeOffset="8400.75">725 14217 401,'0'0'46,"0"0"-37,0 0 5,0 0-14,0 0 0,0 0 8,92-40-4,-47 32 1,-2 0-5,3 2-5,2 0-61,-1 0-92,-6 0-63</inkml:trace>
  <inkml:trace contextRef="#ctx0" brushRef="#br0" timeOffset="9367.78">1291 14069 187,'0'0'80,"0"0"-26,0 0 12,0 0-3,0 0-20,-108 8-10,80 8-13,6 2-17,0 4 2,3 0-5,4 0 0,7 0 0,4-8-1,4-2-6,0 2-1,15-4-5,9-2 12,2-8-10,4 0-16,-4-4 17,-4-14 8,-1 0 4,-6 0 0,-6 1 0,-1 4 7,-6 3 1,-1-2 5,-1 6 13,0 2 9,0 2-13,0 2-4,0 0-15,0 0-5,0 0-11,0 0-4,0 0-2,0 14 0,9 4 15,2 1 1,8-2-1,5-3-1,5-10-3,8-4-4,-3 0-12,2-8-5,-2-19-22,-3-6-19,-2-9 13,-4-4-12,-8-2 18,-4-5-4,-10 0-8,-3-2 25,0 0 16,0 8 20,0 9 12,-3 12 44,-2 8 68,-3 8-72,2-1-2,0 6 2,3 0-25,-3 4-2,5 1 3,1 0-5,0 0-17,0 0-2,0 0-4,0 0-3,-2 1-10,-1 21 2,3 13 11,-5 7 4,5 6 4,0 0-4,0 0 6,0-2-4,0-4 0,8-3 2,2-6-7,0-2 4,5-5-2,-3-9-3,1 0 2,2-5-1,-1-4-1,-1-4-8,5-4-16,1 0-4,-1 0-9,5-14-5,0-4-10,-4-2-4,-3 2 27,-1-2 20,-6 1 9,0 8 0,-5 1 1,-2 7 6,-2 2 18,0 1 23,0 0-18,0 0-13,0 0-13,0 0-4,0 0-5,0 9-5,1 14 10,4 0 29,-1 4-3,2-1-13,1-4 2,4 0-4,1 0-5,4-10-3,3 0-3,12-8-16,0-4-183</inkml:trace>
  <inkml:trace contextRef="#ctx0" brushRef="#br0" timeOffset="9676.03">2212 14033 352,'0'0'37,"0"0"2,0 0 39,0 0-45,0 0-18,0 0-4,-32 4-10,14 20 7,-1 0 4,1 6 4,3 0-7,6 2-4,1-2 3,8 2-7,0-5 2,0-6-3,4-3 0,14-6-4,5-4 4,7-6 11,7-2 0,0-2-11,2-20-10,-5-6-81,-4-6-73,-14-2-180</inkml:trace>
  <inkml:trace contextRef="#ctx0" brushRef="#br0" timeOffset="10074.49">1747 13868 448,'0'0'53,"0"0"-40,0 0 54,0 0-28,0 0-14,0 0 16,-3-8-25,3 6 0,17 0-13,17 0 5,15-4 24,11 2-1,7 3-10,-2-2-3,0 0-4,-5 3-5,-9 0-3,-11 0-5,-7 0 0,-11 0-1,-4 0 2,-6 0 0,-2-1 1,-1-3 5,-3 2-8,4-2 1,0 4-1,-7-2-3,-1 2-22,-2 0-36,0 0-54,0-4-113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0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9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71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8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9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1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1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1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B2E63-35BC-4DDA-8704-C861BCCB67C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3A0F7-E167-43D7-8A72-B49DE5780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4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6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interfaces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809810"/>
              </p:ext>
            </p:extLst>
          </p:nvPr>
        </p:nvGraphicFramePr>
        <p:xfrm>
          <a:off x="457200" y="1600200"/>
          <a:ext cx="8229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members of a class can be constant or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 are constant,</a:t>
                      </a:r>
                      <a:r>
                        <a:rPr lang="en-US" baseline="0" dirty="0"/>
                        <a:t> their values are final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 can be abstract or non 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 can be abstract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 be instantiated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Cannot be instantiated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Various access </a:t>
                      </a:r>
                      <a:r>
                        <a:rPr lang="en-US" dirty="0" err="1"/>
                        <a:t>specifiers</a:t>
                      </a:r>
                      <a:r>
                        <a:rPr lang="en-US" dirty="0"/>
                        <a:t> like  public, private, protected 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 can be used.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only public access </a:t>
                      </a:r>
                      <a:r>
                        <a:rPr lang="en-US"/>
                        <a:t>specifiers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43640" y="4096080"/>
              <a:ext cx="8834040" cy="2225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960" y="4090320"/>
                <a:ext cx="8847360" cy="223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050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interface</a:t>
            </a:r>
            <a:r>
              <a:rPr lang="en-US" dirty="0"/>
              <a:t> in Java is a reference type that defines a contract for classes to implement. </a:t>
            </a:r>
          </a:p>
          <a:p>
            <a:r>
              <a:rPr lang="en-US" dirty="0"/>
              <a:t>It contains </a:t>
            </a:r>
            <a:r>
              <a:rPr lang="en-US" b="1" dirty="0"/>
              <a:t>abstract methods</a:t>
            </a:r>
            <a:r>
              <a:rPr lang="en-US" dirty="0"/>
              <a:t> (methods without a body) and </a:t>
            </a:r>
            <a:r>
              <a:rPr lang="en-US" b="1" dirty="0"/>
              <a:t>constants</a:t>
            </a:r>
            <a:r>
              <a:rPr lang="en-US" dirty="0"/>
              <a:t> (static final variables).</a:t>
            </a:r>
          </a:p>
          <a:p>
            <a:r>
              <a:rPr lang="en-US" dirty="0"/>
              <a:t> Interfaces allow for multiple inheritance in Java and help achieve abstraction.</a:t>
            </a:r>
          </a:p>
        </p:txBody>
      </p:sp>
    </p:spTree>
    <p:extLst>
      <p:ext uri="{BB962C8B-B14F-4D97-AF65-F5344CB8AC3E}">
        <p14:creationId xmlns:p14="http://schemas.microsoft.com/office/powerpoint/2010/main" val="429439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Characteristics of Interfaces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Method Declaration Only</a:t>
            </a:r>
            <a:r>
              <a:rPr lang="en-US" dirty="0"/>
              <a:t>: Methods in interfaces do not have implementations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Multiple Inheritance</a:t>
            </a:r>
            <a:r>
              <a:rPr lang="en-US" dirty="0"/>
              <a:t>: A class can implement multiple interfaces, overcoming the limitation of single inheritance.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Public and Abstract by Default</a:t>
            </a:r>
            <a:r>
              <a:rPr lang="en-US" dirty="0"/>
              <a:t>: All methods in an interface are implicitly public and abstract.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Constants</a:t>
            </a:r>
            <a:r>
              <a:rPr lang="en-US" dirty="0"/>
              <a:t>: Variables in an interface are implicitly public, static, and final.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 Constructors</a:t>
            </a:r>
            <a:r>
              <a:rPr lang="en-US" dirty="0"/>
              <a:t>: Interfaces cannot have constructors since they cannot be instantiated.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5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Define the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// Interface declaration</a:t>
            </a:r>
          </a:p>
          <a:p>
            <a:pPr marL="0" indent="0">
              <a:buNone/>
            </a:pPr>
            <a:r>
              <a:rPr lang="en-US" dirty="0"/>
              <a:t>interface Vehicle {</a:t>
            </a:r>
          </a:p>
          <a:p>
            <a:pPr marL="0" indent="0">
              <a:buNone/>
            </a:pPr>
            <a:r>
              <a:rPr lang="en-US" dirty="0"/>
              <a:t>   void start(); // Abstract method (implicitly public and abstract)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default void stop() { </a:t>
            </a:r>
          </a:p>
          <a:p>
            <a:pPr marL="0" indent="0">
              <a:buNone/>
            </a:pPr>
            <a:r>
              <a:rPr lang="en-US" dirty="0"/>
              <a:t>// Default method (with implementation)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("Vehicle is stopping...");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9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Implement the Interface in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 Implementing the interface in Car class</a:t>
            </a:r>
          </a:p>
          <a:p>
            <a:r>
              <a:rPr lang="en-US" dirty="0"/>
              <a:t>class Car implements Vehicle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void start()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("Car is starting...");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35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3: Another Class Implementing the Same Interface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Implementing the interface in Bike class</a:t>
            </a:r>
          </a:p>
          <a:p>
            <a:r>
              <a:rPr lang="en-US" dirty="0"/>
              <a:t>class Bike implements Vehicle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void start()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("Bike is starting...");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9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public class </a:t>
            </a:r>
            <a:r>
              <a:rPr lang="en-US" dirty="0" err="1"/>
              <a:t>InterfaceExample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Vehicle </a:t>
            </a:r>
            <a:r>
              <a:rPr lang="en-US" dirty="0" err="1"/>
              <a:t>myCar</a:t>
            </a:r>
            <a:r>
              <a:rPr lang="en-US" dirty="0"/>
              <a:t> = new Car();</a:t>
            </a:r>
          </a:p>
          <a:p>
            <a:r>
              <a:rPr lang="en-US" dirty="0"/>
              <a:t>        </a:t>
            </a:r>
            <a:r>
              <a:rPr lang="en-US" dirty="0" err="1"/>
              <a:t>myCar.start</a:t>
            </a:r>
            <a:r>
              <a:rPr lang="en-US" dirty="0"/>
              <a:t>(); // Calls start method in Car</a:t>
            </a:r>
          </a:p>
          <a:p>
            <a:r>
              <a:rPr lang="en-US" dirty="0"/>
              <a:t>        </a:t>
            </a:r>
            <a:r>
              <a:rPr lang="en-US" dirty="0" err="1"/>
              <a:t>myCar.stop</a:t>
            </a:r>
            <a:r>
              <a:rPr lang="en-US" dirty="0"/>
              <a:t>();  // Calls default method from interface</a:t>
            </a:r>
          </a:p>
          <a:p>
            <a:endParaRPr lang="en-US" dirty="0"/>
          </a:p>
          <a:p>
            <a:r>
              <a:rPr lang="en-US" dirty="0"/>
              <a:t>        Vehicle </a:t>
            </a:r>
            <a:r>
              <a:rPr lang="en-US" dirty="0" err="1"/>
              <a:t>myBike</a:t>
            </a:r>
            <a:r>
              <a:rPr lang="en-US" dirty="0"/>
              <a:t> = new Bike();</a:t>
            </a:r>
          </a:p>
          <a:p>
            <a:r>
              <a:rPr lang="en-US" dirty="0"/>
              <a:t>        </a:t>
            </a:r>
            <a:r>
              <a:rPr lang="en-US" dirty="0" err="1"/>
              <a:t>myBike.start</a:t>
            </a:r>
            <a:r>
              <a:rPr lang="en-US" dirty="0"/>
              <a:t>(); // Calls start method in Bike</a:t>
            </a:r>
          </a:p>
          <a:p>
            <a:r>
              <a:rPr lang="en-US" dirty="0"/>
              <a:t>        </a:t>
            </a:r>
            <a:r>
              <a:rPr lang="en-US" dirty="0" err="1"/>
              <a:t>myBike.stop</a:t>
            </a:r>
            <a:r>
              <a:rPr lang="en-US" dirty="0"/>
              <a:t>();  // Calls default method from interface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58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 is starting...</a:t>
            </a:r>
          </a:p>
          <a:p>
            <a:r>
              <a:rPr lang="en-US" dirty="0"/>
              <a:t>Vehicle is stopping...</a:t>
            </a:r>
          </a:p>
          <a:p>
            <a:r>
              <a:rPr lang="en-US" dirty="0"/>
              <a:t>Bike is starting...</a:t>
            </a:r>
          </a:p>
          <a:p>
            <a:r>
              <a:rPr lang="en-US" dirty="0"/>
              <a:t>Vehicle is stopping...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95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424</Words>
  <Application>Microsoft Macintosh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Interfaces</vt:lpstr>
      <vt:lpstr>Classes and interfaces</vt:lpstr>
      <vt:lpstr>PowerPoint Presentation</vt:lpstr>
      <vt:lpstr>Key Characteristics of Interfaces </vt:lpstr>
      <vt:lpstr>Step 1: Define the Interface</vt:lpstr>
      <vt:lpstr>Step 2: Implement the Interface in a class</vt:lpstr>
      <vt:lpstr>Step 3: Another Class Implementing the Same Interface </vt:lpstr>
      <vt:lpstr>Main method</vt:lpstr>
      <vt:lpstr>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creator>Windows User</dc:creator>
  <cp:lastModifiedBy>Nadera Navas</cp:lastModifiedBy>
  <cp:revision>10</cp:revision>
  <dcterms:created xsi:type="dcterms:W3CDTF">2025-03-10T07:52:45Z</dcterms:created>
  <dcterms:modified xsi:type="dcterms:W3CDTF">2026-02-19T04:00:22Z</dcterms:modified>
</cp:coreProperties>
</file>