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65" r:id="rId15"/>
    <p:sldId id="270" r:id="rId16"/>
    <p:sldId id="271" r:id="rId17"/>
    <p:sldId id="272" r:id="rId18"/>
    <p:sldId id="276" r:id="rId19"/>
    <p:sldId id="277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94"/>
  </p:normalViewPr>
  <p:slideViewPr>
    <p:cSldViewPr>
      <p:cViewPr varScale="1">
        <p:scale>
          <a:sx n="90" d="100"/>
          <a:sy n="90" d="100"/>
        </p:scale>
        <p:origin x="174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88E7-5D1A-4226-B8C9-AE65CCC6B05C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C644-6A00-45D3-B446-D0C6AAFB8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79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88E7-5D1A-4226-B8C9-AE65CCC6B05C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C644-6A00-45D3-B446-D0C6AAFB8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7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88E7-5D1A-4226-B8C9-AE65CCC6B05C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C644-6A00-45D3-B446-D0C6AAFB8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725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88E7-5D1A-4226-B8C9-AE65CCC6B05C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C644-6A00-45D3-B446-D0C6AAFB8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92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88E7-5D1A-4226-B8C9-AE65CCC6B05C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C644-6A00-45D3-B446-D0C6AAFB8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08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88E7-5D1A-4226-B8C9-AE65CCC6B05C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C644-6A00-45D3-B446-D0C6AAFB8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31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88E7-5D1A-4226-B8C9-AE65CCC6B05C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C644-6A00-45D3-B446-D0C6AAFB8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494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88E7-5D1A-4226-B8C9-AE65CCC6B05C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C644-6A00-45D3-B446-D0C6AAFB8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2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88E7-5D1A-4226-B8C9-AE65CCC6B05C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C644-6A00-45D3-B446-D0C6AAFB8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98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88E7-5D1A-4226-B8C9-AE65CCC6B05C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C644-6A00-45D3-B446-D0C6AAFB8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73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88E7-5D1A-4226-B8C9-AE65CCC6B05C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CC644-6A00-45D3-B446-D0C6AAFB8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53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C88E7-5D1A-4226-B8C9-AE65CCC6B05C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CC644-6A00-45D3-B446-D0C6AAFB8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91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Arrays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51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array is a data structure that can store multiple values of the same type.</a:t>
            </a:r>
          </a:p>
          <a:p>
            <a:r>
              <a:rPr lang="en-US" dirty="0"/>
              <a:t>Arrays in Java are fixed-size, meaning their length is defined when they are created and cannot be changed after that.</a:t>
            </a:r>
          </a:p>
          <a:p>
            <a:r>
              <a:rPr lang="en-US" dirty="0"/>
              <a:t>Arrays allow for efficient access to elements using an index.</a:t>
            </a:r>
          </a:p>
        </p:txBody>
      </p:sp>
    </p:spTree>
    <p:extLst>
      <p:ext uri="{BB962C8B-B14F-4D97-AF65-F5344CB8AC3E}">
        <p14:creationId xmlns:p14="http://schemas.microsoft.com/office/powerpoint/2010/main" val="219484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Declaring an array</a:t>
            </a:r>
          </a:p>
          <a:p>
            <a:r>
              <a:rPr lang="en-US" dirty="0"/>
              <a:t>int[] numbers;   </a:t>
            </a:r>
          </a:p>
          <a:p>
            <a:pPr marL="0" indent="0">
              <a:buNone/>
            </a:pPr>
            <a:r>
              <a:rPr lang="en-US" dirty="0"/>
              <a:t>Memory allocation</a:t>
            </a:r>
          </a:p>
          <a:p>
            <a:r>
              <a:rPr lang="en-US" dirty="0"/>
              <a:t>numbers = new </a:t>
            </a:r>
            <a:r>
              <a:rPr lang="en-US" dirty="0" err="1"/>
              <a:t>int</a:t>
            </a:r>
            <a:r>
              <a:rPr lang="en-US" dirty="0"/>
              <a:t>[5];  // An array of 5 integers</a:t>
            </a:r>
          </a:p>
          <a:p>
            <a:pPr marL="0" indent="0">
              <a:buNone/>
            </a:pPr>
            <a:r>
              <a:rPr lang="en-US" dirty="0"/>
              <a:t>Alternative declaration and initialization</a:t>
            </a:r>
          </a:p>
          <a:p>
            <a:r>
              <a:rPr lang="en-US" dirty="0" err="1"/>
              <a:t>int</a:t>
            </a:r>
            <a:r>
              <a:rPr lang="en-US" dirty="0"/>
              <a:t>[] numbers = {1, 2, 3, 4, 5};</a:t>
            </a:r>
          </a:p>
          <a:p>
            <a:pPr marL="0" indent="0">
              <a:buNone/>
            </a:pPr>
            <a:r>
              <a:rPr lang="en-US" dirty="0"/>
              <a:t>// Accessing elements using the index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firstNumber</a:t>
            </a:r>
            <a:r>
              <a:rPr lang="en-US" dirty="0"/>
              <a:t> = numbers[0];  // Access the first element</a:t>
            </a:r>
          </a:p>
          <a:p>
            <a:endParaRPr lang="en-US" dirty="0"/>
          </a:p>
          <a:p>
            <a:r>
              <a:rPr lang="en-US" dirty="0"/>
              <a:t>// Modifying an element</a:t>
            </a:r>
          </a:p>
          <a:p>
            <a:r>
              <a:rPr lang="en-US" dirty="0"/>
              <a:t>numbers[2] = 10;  // Change the third element (index 2) to 10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153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Array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int</a:t>
            </a:r>
            <a:r>
              <a:rPr lang="en-US" dirty="0"/>
              <a:t> length = </a:t>
            </a:r>
            <a:r>
              <a:rPr lang="en-US" dirty="0" err="1"/>
              <a:t>numbers.length</a:t>
            </a:r>
            <a:r>
              <a:rPr lang="en-US" dirty="0"/>
              <a:t>;</a:t>
            </a:r>
          </a:p>
          <a:p>
            <a:r>
              <a:rPr lang="en-US" dirty="0"/>
              <a:t> for (</a:t>
            </a:r>
            <a:r>
              <a:rPr lang="en-US" dirty="0" err="1"/>
              <a:t>int</a:t>
            </a:r>
            <a:r>
              <a:rPr lang="en-US" dirty="0"/>
              <a:t> i = 0; i &lt; </a:t>
            </a:r>
            <a:r>
              <a:rPr lang="en-US" dirty="0" err="1"/>
              <a:t>numbers.length</a:t>
            </a:r>
            <a:r>
              <a:rPr lang="en-US" dirty="0"/>
              <a:t>; i++)</a:t>
            </a:r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System.out.println</a:t>
            </a:r>
            <a:r>
              <a:rPr lang="en-US" dirty="0"/>
              <a:t>(numbers[i]);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302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FB867-FE84-EF5E-0E2B-96A2BF60C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6AD2C-654A-B03A-FDE1-01BF5205E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multidimensional array is an array of arrays, allowing the storage of data in a table-like structure.</a:t>
            </a:r>
          </a:p>
          <a:p>
            <a:pPr marL="0" indent="0">
              <a:buNone/>
            </a:pPr>
            <a:r>
              <a:rPr lang="en-IN" b="1" dirty="0"/>
              <a:t>Declaration: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int[][] </a:t>
            </a:r>
            <a:r>
              <a:rPr lang="en-IN" dirty="0" err="1"/>
              <a:t>arr</a:t>
            </a:r>
            <a:r>
              <a:rPr lang="en-IN" dirty="0"/>
              <a:t> = new int[3][4]; </a:t>
            </a:r>
          </a:p>
          <a:p>
            <a:pPr marL="0" indent="0">
              <a:buNone/>
            </a:pPr>
            <a:r>
              <a:rPr lang="en-IN" dirty="0"/>
              <a:t>(2D Array with 3 rows and 4 columns).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int[][][] </a:t>
            </a:r>
            <a:r>
              <a:rPr lang="en-IN" dirty="0" err="1"/>
              <a:t>arr</a:t>
            </a:r>
            <a:r>
              <a:rPr lang="en-IN" dirty="0"/>
              <a:t> = new int[3][4][5]; (3D Array).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003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20B2-9CA7-5490-ED3D-9C755881B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52068-C6F0-212E-E537-803FCEB6D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int[][] </a:t>
            </a:r>
            <a:r>
              <a:rPr lang="en-IN" dirty="0" err="1"/>
              <a:t>arr</a:t>
            </a:r>
            <a:r>
              <a:rPr lang="en-IN" dirty="0"/>
              <a:t> = { </a:t>
            </a:r>
          </a:p>
          <a:p>
            <a:pPr marL="0" indent="0">
              <a:buNone/>
            </a:pPr>
            <a:r>
              <a:rPr lang="en-IN" dirty="0"/>
              <a:t>{1, 2, 3}, </a:t>
            </a:r>
          </a:p>
          <a:p>
            <a:pPr marL="0" indent="0">
              <a:buNone/>
            </a:pPr>
            <a:r>
              <a:rPr lang="en-IN" dirty="0"/>
              <a:t>{4, 5, 6}, </a:t>
            </a:r>
          </a:p>
          <a:p>
            <a:pPr marL="0" indent="0">
              <a:buNone/>
            </a:pPr>
            <a:r>
              <a:rPr lang="en-IN" dirty="0"/>
              <a:t>{7, 8, 9} 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Accessing Elements: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arr</a:t>
            </a:r>
            <a:r>
              <a:rPr lang="en-IN" dirty="0"/>
              <a:t>[0][0] will access the element 1.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arr</a:t>
            </a:r>
            <a:r>
              <a:rPr lang="en-IN" dirty="0"/>
              <a:t>[2][1] will access the element 8.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549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6DF4-4381-05E7-6E49-7ABDBD38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Initialization of Multidimensional 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028E4-0E6F-16F7-BE57-9673E7631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Method 1: Static Initialization: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int[][] </a:t>
            </a:r>
            <a:r>
              <a:rPr lang="en-IN" dirty="0" err="1"/>
              <a:t>arr</a:t>
            </a:r>
            <a:r>
              <a:rPr lang="en-IN" dirty="0"/>
              <a:t> = {{1, 2}, {3, 4}, {5, 6}};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Method 2: Dynamic Initialization: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int[][] </a:t>
            </a:r>
            <a:r>
              <a:rPr lang="en-IN" dirty="0" err="1"/>
              <a:t>arr</a:t>
            </a:r>
            <a:r>
              <a:rPr lang="en-IN" dirty="0"/>
              <a:t> = new int[3][2];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971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5FD5-2CB6-890C-95A8-8A34D7752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Iterating Through Multidimensional 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566A2-51B4-2A0B-140A-5ABC54196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</a:t>
            </a:r>
            <a:r>
              <a:rPr lang="en-IN" dirty="0" err="1"/>
              <a:t>arr.length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++) 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/>
              <a:t>for(int j = 0; j &lt; </a:t>
            </a:r>
            <a:r>
              <a:rPr lang="en-IN" dirty="0" err="1"/>
              <a:t>arr</a:t>
            </a:r>
            <a:r>
              <a:rPr lang="en-IN" dirty="0"/>
              <a:t>[j].length; </a:t>
            </a:r>
            <a:r>
              <a:rPr lang="en-IN" dirty="0" err="1"/>
              <a:t>j++</a:t>
            </a:r>
            <a:r>
              <a:rPr lang="en-IN" dirty="0"/>
              <a:t>) 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 err="1"/>
              <a:t>System.out.print</a:t>
            </a:r>
            <a:r>
              <a:rPr lang="en-IN" dirty="0"/>
              <a:t>(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][j] + " "); </a:t>
            </a:r>
          </a:p>
          <a:p>
            <a:pPr marL="0" indent="0">
              <a:buNone/>
            </a:pPr>
            <a:r>
              <a:rPr lang="en-IN" dirty="0"/>
              <a:t>} 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(); </a:t>
            </a:r>
          </a:p>
          <a:p>
            <a:pPr marL="0" indent="0">
              <a:buNone/>
            </a:pPr>
            <a:r>
              <a:rPr lang="en-IN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538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CF3D-81EC-691E-0376-7D7123048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This program adds two matrices of the same dimensions.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24417-4F9A-B7CC-D72F-F0F090667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638"/>
            <a:ext cx="7848600" cy="470852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6400" dirty="0"/>
              <a:t>public class </a:t>
            </a:r>
            <a:r>
              <a:rPr lang="en-US" sz="6400" dirty="0" err="1"/>
              <a:t>MatrixAddition</a:t>
            </a:r>
            <a:r>
              <a:rPr lang="en-US" sz="6400" dirty="0"/>
              <a:t> {</a:t>
            </a:r>
          </a:p>
          <a:p>
            <a:pPr marL="0" indent="0">
              <a:buNone/>
            </a:pPr>
            <a:r>
              <a:rPr lang="en-US" sz="6400" dirty="0"/>
              <a:t>   public static void main(String[] </a:t>
            </a:r>
            <a:r>
              <a:rPr lang="en-US" sz="6400" dirty="0" err="1"/>
              <a:t>args</a:t>
            </a:r>
            <a:r>
              <a:rPr lang="en-US" sz="6400" dirty="0"/>
              <a:t>) {</a:t>
            </a:r>
          </a:p>
          <a:p>
            <a:pPr marL="0" indent="0">
              <a:buNone/>
            </a:pPr>
            <a:r>
              <a:rPr lang="en-US" sz="6400" dirty="0"/>
              <a:t>       int[][] matrix1 = {</a:t>
            </a:r>
          </a:p>
          <a:p>
            <a:pPr marL="0" indent="0">
              <a:buNone/>
            </a:pPr>
            <a:r>
              <a:rPr lang="en-US" sz="6400" dirty="0"/>
              <a:t>            {1, 2, 3},</a:t>
            </a:r>
          </a:p>
          <a:p>
            <a:pPr marL="0" indent="0">
              <a:buNone/>
            </a:pPr>
            <a:r>
              <a:rPr lang="en-US" sz="6400" dirty="0"/>
              <a:t>            {4, 5, 6},</a:t>
            </a:r>
          </a:p>
          <a:p>
            <a:pPr marL="0" indent="0">
              <a:buNone/>
            </a:pPr>
            <a:r>
              <a:rPr lang="en-US" sz="6400" dirty="0"/>
              <a:t>           {7, 8, 9}</a:t>
            </a:r>
          </a:p>
          <a:p>
            <a:pPr marL="0" indent="0">
              <a:buNone/>
            </a:pPr>
            <a:r>
              <a:rPr lang="en-US" sz="6400" dirty="0"/>
              <a:t>        };</a:t>
            </a:r>
          </a:p>
          <a:p>
            <a:pPr marL="0" indent="0">
              <a:buNone/>
            </a:pPr>
            <a:r>
              <a:rPr lang="en-US" sz="6400" dirty="0"/>
              <a:t>        </a:t>
            </a:r>
          </a:p>
          <a:p>
            <a:pPr marL="0" indent="0">
              <a:buNone/>
            </a:pPr>
            <a:r>
              <a:rPr lang="en-US" sz="6400" dirty="0"/>
              <a:t>      int[][] matrix2 = {</a:t>
            </a:r>
          </a:p>
          <a:p>
            <a:pPr marL="0" indent="0">
              <a:buNone/>
            </a:pPr>
            <a:r>
              <a:rPr lang="en-US" sz="6400" dirty="0"/>
              <a:t>            {9, 8, 7},</a:t>
            </a:r>
          </a:p>
          <a:p>
            <a:pPr marL="0" indent="0">
              <a:buNone/>
            </a:pPr>
            <a:r>
              <a:rPr lang="en-US" sz="6400" dirty="0"/>
              <a:t>            {6, 5, 4},</a:t>
            </a:r>
          </a:p>
          <a:p>
            <a:pPr marL="0" indent="0">
              <a:buNone/>
            </a:pPr>
            <a:r>
              <a:rPr lang="en-US" sz="6400" dirty="0"/>
              <a:t>            {3, 2, 1}</a:t>
            </a:r>
          </a:p>
          <a:p>
            <a:pPr marL="0" indent="0">
              <a:buNone/>
            </a:pPr>
            <a:r>
              <a:rPr lang="en-US" sz="6400" dirty="0"/>
              <a:t>        };</a:t>
            </a:r>
          </a:p>
          <a:p>
            <a:pPr marL="0" indent="0">
              <a:buNone/>
            </a:pPr>
            <a:r>
              <a:rPr lang="en-US" sz="6400" dirty="0"/>
              <a:t>    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532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EB3B-E106-E8C5-16C3-B2C843DA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E5F3F-9097-DA0D-C553-55C0210F5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200" dirty="0"/>
              <a:t> int[][] result = new int[3][3]; // Resultant matrix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// Adding matrices</a:t>
            </a:r>
          </a:p>
          <a:p>
            <a:pPr marL="0" indent="0">
              <a:buNone/>
            </a:pPr>
            <a:r>
              <a:rPr lang="en-US" sz="3200" dirty="0"/>
              <a:t>        for (int </a:t>
            </a:r>
            <a:r>
              <a:rPr lang="en-US" sz="3200" dirty="0" err="1"/>
              <a:t>i</a:t>
            </a:r>
            <a:r>
              <a:rPr lang="en-US" sz="3200" dirty="0"/>
              <a:t> = 0; </a:t>
            </a:r>
            <a:r>
              <a:rPr lang="en-US" sz="3200" dirty="0" err="1"/>
              <a:t>i</a:t>
            </a:r>
            <a:r>
              <a:rPr lang="en-US" sz="3200" dirty="0"/>
              <a:t> &lt; 3; </a:t>
            </a:r>
            <a:r>
              <a:rPr lang="en-US" sz="3200" dirty="0" err="1"/>
              <a:t>i</a:t>
            </a:r>
            <a:r>
              <a:rPr lang="en-US" sz="3200" dirty="0"/>
              <a:t>++) {</a:t>
            </a:r>
          </a:p>
          <a:p>
            <a:pPr marL="0" indent="0">
              <a:buNone/>
            </a:pPr>
            <a:r>
              <a:rPr lang="en-US" sz="3200" dirty="0"/>
              <a:t>            for (int j = 0; j &lt; 3; </a:t>
            </a:r>
            <a:r>
              <a:rPr lang="en-US" sz="3200" dirty="0" err="1"/>
              <a:t>j++</a:t>
            </a:r>
            <a:r>
              <a:rPr lang="en-US" sz="3200" dirty="0"/>
              <a:t>) {</a:t>
            </a:r>
          </a:p>
          <a:p>
            <a:pPr marL="0" indent="0">
              <a:buNone/>
            </a:pPr>
            <a:r>
              <a:rPr lang="en-US" sz="3200" dirty="0"/>
              <a:t>               result[</a:t>
            </a:r>
            <a:r>
              <a:rPr lang="en-US" sz="3200" dirty="0" err="1"/>
              <a:t>i</a:t>
            </a:r>
            <a:r>
              <a:rPr lang="en-US" sz="3200" dirty="0"/>
              <a:t>][j] = matrix1[</a:t>
            </a:r>
            <a:r>
              <a:rPr lang="en-US" sz="3200" dirty="0" err="1"/>
              <a:t>i</a:t>
            </a:r>
            <a:r>
              <a:rPr lang="en-US" sz="3200" dirty="0"/>
              <a:t>][j] + matrix2[</a:t>
            </a:r>
            <a:r>
              <a:rPr lang="en-US" sz="3200" dirty="0" err="1"/>
              <a:t>i</a:t>
            </a:r>
            <a:r>
              <a:rPr lang="en-US" sz="3200" dirty="0"/>
              <a:t>][j];</a:t>
            </a:r>
          </a:p>
          <a:p>
            <a:pPr marL="0" indent="0">
              <a:buNone/>
            </a:pPr>
            <a:r>
              <a:rPr lang="en-US" sz="3200" dirty="0"/>
              <a:t>            }</a:t>
            </a:r>
          </a:p>
          <a:p>
            <a:pPr marL="0" indent="0">
              <a:buNone/>
            </a:pPr>
            <a:r>
              <a:rPr lang="en-US" sz="3200" dirty="0"/>
              <a:t>        }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// Displaying result</a:t>
            </a:r>
          </a:p>
          <a:p>
            <a:pPr marL="0" indent="0">
              <a:buNone/>
            </a:pPr>
            <a:r>
              <a:rPr lang="en-US" sz="3200" dirty="0"/>
              <a:t>        </a:t>
            </a:r>
            <a:r>
              <a:rPr lang="en-US" sz="3200" dirty="0" err="1"/>
              <a:t>System.out.println</a:t>
            </a:r>
            <a:r>
              <a:rPr lang="en-US" sz="3200" dirty="0"/>
              <a:t>("Matrix after addition:");</a:t>
            </a:r>
          </a:p>
          <a:p>
            <a:pPr marL="0" indent="0">
              <a:buNone/>
            </a:pPr>
            <a:r>
              <a:rPr lang="en-US" sz="3200" dirty="0"/>
              <a:t>        for (int </a:t>
            </a:r>
            <a:r>
              <a:rPr lang="en-US" sz="3200" dirty="0" err="1"/>
              <a:t>i</a:t>
            </a:r>
            <a:r>
              <a:rPr lang="en-US" sz="3200" dirty="0"/>
              <a:t> = 0; </a:t>
            </a:r>
            <a:r>
              <a:rPr lang="en-US" sz="3200" dirty="0" err="1"/>
              <a:t>i</a:t>
            </a:r>
            <a:r>
              <a:rPr lang="en-US" sz="3200" dirty="0"/>
              <a:t> &lt; 3; </a:t>
            </a:r>
            <a:r>
              <a:rPr lang="en-US" sz="3200" dirty="0" err="1"/>
              <a:t>i</a:t>
            </a:r>
            <a:r>
              <a:rPr lang="en-US" sz="3200" dirty="0"/>
              <a:t>++) {</a:t>
            </a:r>
          </a:p>
          <a:p>
            <a:pPr marL="0" indent="0">
              <a:buNone/>
            </a:pPr>
            <a:r>
              <a:rPr lang="en-US" sz="3200" dirty="0"/>
              <a:t>            for (int j = 0; j &lt; 3; </a:t>
            </a:r>
            <a:r>
              <a:rPr lang="en-US" sz="3200" dirty="0" err="1"/>
              <a:t>j++</a:t>
            </a:r>
            <a:r>
              <a:rPr lang="en-US" sz="3200" dirty="0"/>
              <a:t>) {</a:t>
            </a:r>
          </a:p>
          <a:p>
            <a:pPr marL="0" indent="0">
              <a:buNone/>
            </a:pPr>
            <a:r>
              <a:rPr lang="en-US" sz="3200" dirty="0"/>
              <a:t>                </a:t>
            </a:r>
            <a:r>
              <a:rPr lang="en-US" sz="3200" dirty="0" err="1"/>
              <a:t>System.out.print</a:t>
            </a:r>
            <a:r>
              <a:rPr lang="en-US" sz="3200" dirty="0"/>
              <a:t>(result[</a:t>
            </a:r>
            <a:r>
              <a:rPr lang="en-US" sz="3200" dirty="0" err="1"/>
              <a:t>i</a:t>
            </a:r>
            <a:r>
              <a:rPr lang="en-US" sz="3200" dirty="0"/>
              <a:t>][j] + " ");</a:t>
            </a:r>
          </a:p>
          <a:p>
            <a:pPr marL="0" indent="0">
              <a:buNone/>
            </a:pPr>
            <a:r>
              <a:rPr lang="en-US" sz="3200" dirty="0"/>
              <a:t>            }</a:t>
            </a:r>
          </a:p>
          <a:p>
            <a:pPr marL="0" indent="0">
              <a:buNone/>
            </a:pPr>
            <a:r>
              <a:rPr lang="en-US" sz="3200" dirty="0"/>
              <a:t>            </a:t>
            </a:r>
            <a:r>
              <a:rPr lang="en-US" sz="3200" dirty="0" err="1"/>
              <a:t>System.out.println</a:t>
            </a:r>
            <a:r>
              <a:rPr lang="en-US" sz="3200" dirty="0"/>
              <a:t>();</a:t>
            </a:r>
          </a:p>
          <a:p>
            <a:pPr marL="0" indent="0">
              <a:buNone/>
            </a:pPr>
            <a:r>
              <a:rPr lang="en-US" sz="3200" dirty="0"/>
              <a:t>        }</a:t>
            </a:r>
          </a:p>
          <a:p>
            <a:pPr marL="0" indent="0">
              <a:buNone/>
            </a:pPr>
            <a:r>
              <a:rPr lang="en-US" sz="3200" dirty="0"/>
              <a:t>    }</a:t>
            </a:r>
          </a:p>
          <a:p>
            <a:pPr marL="0" indent="0">
              <a:buNone/>
            </a:pPr>
            <a:r>
              <a:rPr lang="en-US" sz="3200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52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F08E3-723D-D91D-9AF2-7F9ACB401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370F9-9B58-FB7E-9C20-5AFE81D57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Transpose a 2D array</a:t>
            </a:r>
          </a:p>
          <a:p>
            <a:r>
              <a:rPr lang="en-US" dirty="0"/>
              <a:t>Sum of all elements of a 2D array</a:t>
            </a:r>
          </a:p>
          <a:p>
            <a:r>
              <a:rPr lang="en-US" dirty="0"/>
              <a:t>Maximum element of a 2D array</a:t>
            </a:r>
          </a:p>
          <a:p>
            <a:r>
              <a:rPr lang="en-US" dirty="0"/>
              <a:t>Row and Column sum of a matrix</a:t>
            </a:r>
          </a:p>
          <a:p>
            <a:r>
              <a:rPr lang="en-US" dirty="0"/>
              <a:t>Check two matrices are equal</a:t>
            </a:r>
          </a:p>
          <a:p>
            <a:r>
              <a:rPr lang="en-US" dirty="0"/>
              <a:t>Find the row with maximum sum</a:t>
            </a:r>
          </a:p>
          <a:p>
            <a:r>
              <a:rPr lang="en-US" dirty="0"/>
              <a:t>Check whether the matrix is symmetric or not</a:t>
            </a:r>
          </a:p>
        </p:txBody>
      </p:sp>
    </p:spTree>
    <p:extLst>
      <p:ext uri="{BB962C8B-B14F-4D97-AF65-F5344CB8AC3E}">
        <p14:creationId xmlns:p14="http://schemas.microsoft.com/office/powerpoint/2010/main" val="3731662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9414-1CDA-FBEA-A852-98ABCE83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C0E17-CADF-B9A5-1FC2-6C469CC69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String</a:t>
            </a:r>
            <a:r>
              <a:rPr lang="en-IN" dirty="0"/>
              <a:t> is a sequence of characters.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String class</a:t>
            </a:r>
            <a:r>
              <a:rPr lang="en-IN" dirty="0"/>
              <a:t> in Java is used to create and manipulate strings.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String</a:t>
            </a:r>
            <a:r>
              <a:rPr lang="en-IN" dirty="0"/>
              <a:t> is immutable in Java.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 String object is created in two ways: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b="1" dirty="0"/>
              <a:t>String Literal</a:t>
            </a:r>
            <a:r>
              <a:rPr lang="en-IN" dirty="0"/>
              <a:t>: String str = "Hello";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b="1" dirty="0"/>
              <a:t>Using new keyword</a:t>
            </a:r>
            <a:r>
              <a:rPr lang="en-IN" dirty="0"/>
              <a:t>: String str = new String("Hello");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686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38DEE-506A-CD68-9F7A-6A919C076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63898-235B-A76C-86D4-03AB6EE21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Important Methods: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length(): Returns the length of the string.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charAt</a:t>
            </a:r>
            <a:r>
              <a:rPr lang="en-IN" dirty="0"/>
              <a:t>(index): Returns the character at the specified index.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concat</a:t>
            </a:r>
            <a:r>
              <a:rPr lang="en-IN" dirty="0"/>
              <a:t>(): Concatenates two strings.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substring(): Extracts a substring from the string.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equals(): Compares two strings for equality.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toLowerCase</a:t>
            </a:r>
            <a:r>
              <a:rPr lang="en-IN" dirty="0"/>
              <a:t>(), </a:t>
            </a:r>
            <a:r>
              <a:rPr lang="en-IN" dirty="0" err="1"/>
              <a:t>toUpperCase</a:t>
            </a:r>
            <a:r>
              <a:rPr lang="en-IN" dirty="0"/>
              <a:t>(): Converts the string to lowercase/uppercase.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570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FEE2A-A901-6CB9-8D04-832C7E87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DF80-2B69-26A9-538A-628B67BDB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String str1 = "Hello"; </a:t>
            </a:r>
          </a:p>
          <a:p>
            <a:r>
              <a:rPr lang="en-IN" dirty="0"/>
              <a:t>String str2 = " World"; </a:t>
            </a:r>
          </a:p>
          <a:p>
            <a:r>
              <a:rPr lang="en-IN" dirty="0"/>
              <a:t>// Concatenation </a:t>
            </a:r>
          </a:p>
          <a:p>
            <a:r>
              <a:rPr lang="en-IN" dirty="0"/>
              <a:t>String str3 = str1.concat(str2); </a:t>
            </a:r>
            <a:r>
              <a:rPr lang="en-IN" dirty="0" err="1"/>
              <a:t>System.out.println</a:t>
            </a:r>
            <a:r>
              <a:rPr lang="en-IN" dirty="0"/>
              <a:t>(str3); // Output: Hello World </a:t>
            </a:r>
          </a:p>
          <a:p>
            <a:r>
              <a:rPr lang="en-IN" dirty="0"/>
              <a:t>// Substring </a:t>
            </a:r>
          </a:p>
          <a:p>
            <a:r>
              <a:rPr lang="en-IN" dirty="0"/>
              <a:t>String </a:t>
            </a:r>
            <a:r>
              <a:rPr lang="en-IN" dirty="0" err="1"/>
              <a:t>subStr</a:t>
            </a:r>
            <a:r>
              <a:rPr lang="en-IN" dirty="0"/>
              <a:t> = str3.substring(6, 11);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subStr</a:t>
            </a:r>
            <a:r>
              <a:rPr lang="en-IN" dirty="0"/>
              <a:t>); //World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029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E1DA-ED2F-917A-5403-DB8DB7C8E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StringBuffer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2F940-DE7F-3C2E-06A6-9034EC808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Unlike String, </a:t>
            </a:r>
            <a:r>
              <a:rPr lang="en-IN" b="1" dirty="0" err="1"/>
              <a:t>StringBuffer</a:t>
            </a:r>
            <a:r>
              <a:rPr lang="en-IN" dirty="0"/>
              <a:t> is </a:t>
            </a:r>
            <a:r>
              <a:rPr lang="en-IN" b="1" dirty="0"/>
              <a:t>mutable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allows modification of the string without creating a new object.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StringBuffer</a:t>
            </a:r>
            <a:r>
              <a:rPr lang="en-IN" dirty="0"/>
              <a:t> objects can be modified efficiently without creating new objects.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004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4841-E154-1D0E-74E5-BD7B5F5F9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Important Methods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4DE7-FBF1-41DD-E490-FAF89C594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append(): Adds text to the end of the current string buffer.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insert(): Inserts text at a specific index.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delete(): Removes text between specified indices.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reverse(): Reverses the content of the string buffer.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capacity(): Returns the current capacity of the string buffer.</a:t>
            </a:r>
          </a:p>
          <a:p>
            <a:pPr lvl="2" indent="-285750"/>
            <a:r>
              <a:rPr lang="en-IN" dirty="0"/>
              <a:t>Default capacity = </a:t>
            </a:r>
            <a:r>
              <a:rPr lang="en-IN" b="1" dirty="0"/>
              <a:t>16 characters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919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198F-9D0D-105D-7250-B441CF674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00728-377D-0C20-5EEE-8302DC2E4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StringBuffer</a:t>
            </a:r>
            <a:r>
              <a:rPr lang="en-US" dirty="0"/>
              <a:t> sb = new </a:t>
            </a:r>
            <a:r>
              <a:rPr lang="en-US" dirty="0" err="1"/>
              <a:t>StringBuffer</a:t>
            </a:r>
            <a:r>
              <a:rPr lang="en-US" dirty="0"/>
              <a:t>("Hello");</a:t>
            </a:r>
          </a:p>
          <a:p>
            <a:pPr marL="0" indent="0">
              <a:buNone/>
            </a:pPr>
            <a:r>
              <a:rPr lang="en-US" dirty="0"/>
              <a:t>// Append text</a:t>
            </a:r>
          </a:p>
          <a:p>
            <a:pPr marL="0" indent="0">
              <a:buNone/>
            </a:pPr>
            <a:r>
              <a:rPr lang="en-US" dirty="0" err="1"/>
              <a:t>sb.append</a:t>
            </a:r>
            <a:r>
              <a:rPr lang="en-US" dirty="0"/>
              <a:t>(" World");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(sb);  // Output: Hello World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// Insert text at a specific position</a:t>
            </a:r>
          </a:p>
          <a:p>
            <a:pPr marL="0" indent="0">
              <a:buNone/>
            </a:pPr>
            <a:r>
              <a:rPr lang="en-US" dirty="0" err="1"/>
              <a:t>sb.insert</a:t>
            </a:r>
            <a:r>
              <a:rPr lang="en-US" dirty="0"/>
              <a:t>(5, ",");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(sb);  // Output: Hello, World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// Reverse the string</a:t>
            </a:r>
          </a:p>
          <a:p>
            <a:pPr marL="0" indent="0">
              <a:buNone/>
            </a:pPr>
            <a:r>
              <a:rPr lang="en-US" dirty="0" err="1"/>
              <a:t>sb.reverse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(sb);  // Output: </a:t>
            </a:r>
            <a:r>
              <a:rPr lang="en-US" dirty="0" err="1"/>
              <a:t>dlroW</a:t>
            </a:r>
            <a:r>
              <a:rPr lang="en-US" dirty="0"/>
              <a:t> ,</a:t>
            </a:r>
            <a:r>
              <a:rPr lang="en-US" dirty="0" err="1"/>
              <a:t>olleH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741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27D2-86C0-DBB5-92B3-411B02BB9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0A2FC-4999-2FF8-AB47-A27277209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/>
              <a:t>StringBuffer</a:t>
            </a:r>
            <a:r>
              <a:rPr lang="en-US" dirty="0"/>
              <a:t> message = new </a:t>
            </a:r>
            <a:r>
              <a:rPr lang="en-US" dirty="0" err="1"/>
              <a:t>StringBuffer</a:t>
            </a:r>
            <a:r>
              <a:rPr lang="en-US" dirty="0"/>
              <a:t>("Hello");</a:t>
            </a:r>
          </a:p>
          <a:p>
            <a:pPr marL="0" indent="0">
              <a:buNone/>
            </a:pPr>
            <a:r>
              <a:rPr lang="en-US" dirty="0" err="1"/>
              <a:t>message.append</a:t>
            </a:r>
            <a:r>
              <a:rPr lang="en-US" dirty="0"/>
              <a:t>(" Students");// Hello Students</a:t>
            </a:r>
          </a:p>
          <a:p>
            <a:pPr marL="0" indent="0">
              <a:buNone/>
            </a:pPr>
            <a:r>
              <a:rPr lang="en-US" dirty="0" err="1"/>
              <a:t>message.insert</a:t>
            </a:r>
            <a:r>
              <a:rPr lang="en-US" dirty="0"/>
              <a:t>(5, " Dear");// Hello Dear Students</a:t>
            </a:r>
          </a:p>
          <a:p>
            <a:pPr marL="0" indent="0">
              <a:buNone/>
            </a:pPr>
            <a:r>
              <a:rPr lang="en-US" dirty="0" err="1"/>
              <a:t>message.replace</a:t>
            </a:r>
            <a:r>
              <a:rPr lang="en-US" dirty="0"/>
              <a:t>(6, 10, "Friends");</a:t>
            </a:r>
          </a:p>
          <a:p>
            <a:pPr marL="0" indent="0">
              <a:buNone/>
            </a:pPr>
            <a:r>
              <a:rPr lang="en-US" dirty="0"/>
              <a:t>// Hello Friends Students</a:t>
            </a:r>
          </a:p>
          <a:p>
            <a:pPr marL="0" indent="0">
              <a:buNone/>
            </a:pPr>
            <a:r>
              <a:rPr lang="en-US" dirty="0" err="1"/>
              <a:t>message.delete</a:t>
            </a:r>
            <a:r>
              <a:rPr lang="en-US" dirty="0"/>
              <a:t>(5, 6);</a:t>
            </a:r>
          </a:p>
          <a:p>
            <a:pPr marL="0" indent="0">
              <a:buNone/>
            </a:pPr>
            <a:r>
              <a:rPr lang="en-US" dirty="0"/>
              <a:t>//</a:t>
            </a:r>
            <a:r>
              <a:rPr lang="en-US" dirty="0" err="1"/>
              <a:t>HelloFriends</a:t>
            </a:r>
            <a:r>
              <a:rPr lang="en-US" dirty="0"/>
              <a:t> Students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662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CB38-D17F-EEDC-75FF-FC0552E5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Palindrome checker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647BF-A188-1DD5-6EA0-3E9602976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</a:t>
            </a:r>
            <a:r>
              <a:rPr lang="en-US" dirty="0"/>
              <a:t>.*;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PalindromeCheck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Scanner </a:t>
            </a:r>
            <a:r>
              <a:rPr lang="en-US" dirty="0" err="1"/>
              <a:t>sc</a:t>
            </a:r>
            <a:r>
              <a:rPr lang="en-US" dirty="0"/>
              <a:t> = new Scanner(</a:t>
            </a:r>
            <a:r>
              <a:rPr lang="en-US" dirty="0" err="1"/>
              <a:t>System.in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</a:t>
            </a:r>
            <a:r>
              <a:rPr lang="en-US" dirty="0"/>
              <a:t>("Enter a word: ");</a:t>
            </a:r>
          </a:p>
          <a:p>
            <a:pPr marL="0" indent="0">
              <a:buNone/>
            </a:pPr>
            <a:r>
              <a:rPr lang="en-US" dirty="0"/>
              <a:t>        String input = </a:t>
            </a:r>
            <a:r>
              <a:rPr lang="en-US" dirty="0" err="1"/>
              <a:t>sc.nextLine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StringBuffer</a:t>
            </a:r>
            <a:r>
              <a:rPr lang="en-US" dirty="0"/>
              <a:t> sb = new </a:t>
            </a:r>
            <a:r>
              <a:rPr lang="en-US" dirty="0" err="1"/>
              <a:t>StringBuffer</a:t>
            </a:r>
            <a:r>
              <a:rPr lang="en-US" dirty="0"/>
              <a:t>(input);</a:t>
            </a:r>
          </a:p>
          <a:p>
            <a:pPr marL="0" indent="0">
              <a:buNone/>
            </a:pPr>
            <a:r>
              <a:rPr lang="en-US" dirty="0"/>
              <a:t>        String reversed = </a:t>
            </a:r>
            <a:r>
              <a:rPr lang="en-US" dirty="0" err="1"/>
              <a:t>sb.reverse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input.equals</a:t>
            </a:r>
            <a:r>
              <a:rPr lang="en-US" dirty="0"/>
              <a:t>(reversed))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("Palindrome");</a:t>
            </a:r>
          </a:p>
          <a:p>
            <a:pPr marL="0" indent="0">
              <a:buNone/>
            </a:pPr>
            <a:r>
              <a:rPr lang="en-US" dirty="0"/>
              <a:t>        else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("Not a Palindrome");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934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F8849-5487-0763-72F6-09F43066A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String vs </a:t>
            </a:r>
            <a:r>
              <a:rPr lang="en-IN" b="1" dirty="0" err="1"/>
              <a:t>StringBuffer</a:t>
            </a:r>
            <a:br>
              <a:rPr lang="en-IN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D7A8AE-C7AF-811B-D529-703CB116F0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811621"/>
          <a:ext cx="8229600" cy="2103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5070573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9831982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156009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String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StringBuffer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33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Mutability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Immutable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Mutable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297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Performance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Slower with modifications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Faster with modifications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246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Thread Safety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Not thread-safe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Thread-safe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3362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Usage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Suitable for constant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Suitable for frequent modifications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05477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D46E76D-618A-FBC7-F15B-459DF7D06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853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04189-865C-17D1-1A92-F78AE5D7F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to search a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36AB1-F172-A3D2-9B7F-EDB85A0D2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dirty="0"/>
              <a:t>import </a:t>
            </a:r>
            <a:r>
              <a:rPr lang="en-US" sz="4800" dirty="0" err="1"/>
              <a:t>java.util.Scanner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public class </a:t>
            </a:r>
            <a:r>
              <a:rPr lang="en-US" sz="4800" dirty="0" err="1"/>
              <a:t>NameSearch</a:t>
            </a:r>
            <a:r>
              <a:rPr lang="en-US" sz="4800" dirty="0"/>
              <a:t> {</a:t>
            </a:r>
          </a:p>
          <a:p>
            <a:pPr marL="0" indent="0">
              <a:buNone/>
            </a:pPr>
            <a:r>
              <a:rPr lang="en-US" sz="4800" dirty="0"/>
              <a:t>    public static void main(String[] </a:t>
            </a:r>
            <a:r>
              <a:rPr lang="en-US" sz="4800" dirty="0" err="1"/>
              <a:t>args</a:t>
            </a:r>
            <a:r>
              <a:rPr lang="en-US" sz="4800" dirty="0"/>
              <a:t>) {</a:t>
            </a:r>
          </a:p>
          <a:p>
            <a:pPr marL="0" indent="0">
              <a:buNone/>
            </a:pPr>
            <a:r>
              <a:rPr lang="en-US" sz="4800" dirty="0"/>
              <a:t>        // Array of names</a:t>
            </a:r>
          </a:p>
          <a:p>
            <a:pPr marL="0" indent="0">
              <a:buNone/>
            </a:pPr>
            <a:r>
              <a:rPr lang="en-US" sz="4800" dirty="0"/>
              <a:t>        String[] names = {"Alice", "Bob", "Charlie", "David", "Emma"};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        // Scanner for user input</a:t>
            </a:r>
          </a:p>
          <a:p>
            <a:pPr marL="0" indent="0">
              <a:buNone/>
            </a:pPr>
            <a:r>
              <a:rPr lang="en-US" sz="4800" dirty="0"/>
              <a:t>        Scanner scanner = new Scanner(</a:t>
            </a:r>
            <a:r>
              <a:rPr lang="en-US" sz="4800" dirty="0" err="1"/>
              <a:t>System.in</a:t>
            </a:r>
            <a:r>
              <a:rPr lang="en-US" sz="4800" dirty="0"/>
              <a:t>);</a:t>
            </a:r>
          </a:p>
          <a:p>
            <a:pPr marL="0" indent="0">
              <a:buNone/>
            </a:pPr>
            <a:r>
              <a:rPr lang="en-US" sz="4800" dirty="0"/>
              <a:t>        </a:t>
            </a:r>
            <a:r>
              <a:rPr lang="en-US" sz="4800" dirty="0" err="1"/>
              <a:t>System.out.print</a:t>
            </a:r>
            <a:r>
              <a:rPr lang="en-US" sz="4800" dirty="0"/>
              <a:t>("Enter a name to search: ");</a:t>
            </a:r>
          </a:p>
          <a:p>
            <a:pPr marL="0" indent="0">
              <a:buNone/>
            </a:pPr>
            <a:r>
              <a:rPr lang="en-US" sz="4800" dirty="0"/>
              <a:t>        String </a:t>
            </a:r>
            <a:r>
              <a:rPr lang="en-US" sz="4800" dirty="0" err="1"/>
              <a:t>searchName</a:t>
            </a:r>
            <a:r>
              <a:rPr lang="en-US" sz="4800" dirty="0"/>
              <a:t> = </a:t>
            </a:r>
            <a:r>
              <a:rPr lang="en-US" sz="4800" dirty="0" err="1"/>
              <a:t>scanner.nextLine</a:t>
            </a:r>
            <a:r>
              <a:rPr lang="en-US" sz="4800" dirty="0"/>
              <a:t>();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        // Convert search name to lowercase for case-insensitive search</a:t>
            </a:r>
          </a:p>
          <a:p>
            <a:pPr marL="0" indent="0">
              <a:buNone/>
            </a:pPr>
            <a:r>
              <a:rPr lang="en-US" sz="4800" dirty="0"/>
              <a:t>        </a:t>
            </a:r>
            <a:r>
              <a:rPr lang="en-US" sz="4800" dirty="0" err="1"/>
              <a:t>boolean</a:t>
            </a:r>
            <a:r>
              <a:rPr lang="en-US" sz="4800" dirty="0"/>
              <a:t> found = false;</a:t>
            </a:r>
          </a:p>
          <a:p>
            <a:pPr marL="0" indent="0">
              <a:buNone/>
            </a:pPr>
            <a:r>
              <a:rPr lang="en-US" sz="4800" dirty="0"/>
              <a:t>        for (int </a:t>
            </a:r>
            <a:r>
              <a:rPr lang="en-US" sz="4800" dirty="0" err="1"/>
              <a:t>i</a:t>
            </a:r>
            <a:r>
              <a:rPr lang="en-US" sz="4800" dirty="0"/>
              <a:t> = 0; </a:t>
            </a:r>
            <a:r>
              <a:rPr lang="en-US" sz="4800" dirty="0" err="1"/>
              <a:t>i</a:t>
            </a:r>
            <a:r>
              <a:rPr lang="en-US" sz="4800" dirty="0"/>
              <a:t> &lt; </a:t>
            </a:r>
            <a:r>
              <a:rPr lang="en-US" sz="4800" dirty="0" err="1"/>
              <a:t>names.length</a:t>
            </a:r>
            <a:r>
              <a:rPr lang="en-US" sz="4800" dirty="0"/>
              <a:t>; </a:t>
            </a:r>
            <a:r>
              <a:rPr lang="en-US" sz="4800" dirty="0" err="1"/>
              <a:t>i</a:t>
            </a:r>
            <a:r>
              <a:rPr lang="en-US" sz="4800" dirty="0"/>
              <a:t>++) {</a:t>
            </a:r>
          </a:p>
          <a:p>
            <a:pPr marL="0" indent="0">
              <a:buNone/>
            </a:pPr>
            <a:r>
              <a:rPr lang="en-US" sz="4800" dirty="0"/>
              <a:t>            if (names[</a:t>
            </a:r>
            <a:r>
              <a:rPr lang="en-US" sz="4800" dirty="0" err="1"/>
              <a:t>i</a:t>
            </a:r>
            <a:r>
              <a:rPr lang="en-US" sz="4800" dirty="0"/>
              <a:t>].</a:t>
            </a:r>
            <a:r>
              <a:rPr lang="en-US" sz="4800" dirty="0" err="1"/>
              <a:t>equalsIgnoreCase</a:t>
            </a:r>
            <a:r>
              <a:rPr lang="en-US" sz="4800" dirty="0"/>
              <a:t>(</a:t>
            </a:r>
            <a:r>
              <a:rPr lang="en-US" sz="4800" dirty="0" err="1"/>
              <a:t>searchName</a:t>
            </a:r>
            <a:r>
              <a:rPr lang="en-US" sz="4800" dirty="0"/>
              <a:t>)) {</a:t>
            </a:r>
          </a:p>
          <a:p>
            <a:pPr marL="0" indent="0">
              <a:buNone/>
            </a:pPr>
            <a:r>
              <a:rPr lang="en-US" sz="4800" dirty="0"/>
              <a:t>                </a:t>
            </a:r>
            <a:r>
              <a:rPr lang="en-US" sz="4800" dirty="0" err="1"/>
              <a:t>System.out.println</a:t>
            </a:r>
            <a:r>
              <a:rPr lang="en-US" sz="4800" dirty="0"/>
              <a:t>("Name found at index: " + </a:t>
            </a:r>
            <a:r>
              <a:rPr lang="en-US" sz="4800" dirty="0" err="1"/>
              <a:t>i</a:t>
            </a:r>
            <a:r>
              <a:rPr lang="en-US" sz="4800" dirty="0"/>
              <a:t>);</a:t>
            </a:r>
          </a:p>
          <a:p>
            <a:pPr marL="0" indent="0">
              <a:buNone/>
            </a:pPr>
            <a:r>
              <a:rPr lang="en-US" sz="4800" dirty="0"/>
              <a:t>                found = true;</a:t>
            </a:r>
          </a:p>
          <a:p>
            <a:pPr marL="0" indent="0">
              <a:buNone/>
            </a:pPr>
            <a:r>
              <a:rPr lang="en-US" sz="4800" dirty="0"/>
              <a:t>                break;</a:t>
            </a:r>
          </a:p>
          <a:p>
            <a:pPr marL="0" indent="0">
              <a:buNone/>
            </a:pPr>
            <a:r>
              <a:rPr lang="en-US" sz="4800" dirty="0"/>
              <a:t>            }</a:t>
            </a:r>
          </a:p>
          <a:p>
            <a:pPr marL="0" indent="0">
              <a:buNone/>
            </a:pPr>
            <a:r>
              <a:rPr lang="en-US" sz="4800" dirty="0"/>
              <a:t>        }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        if (!found) {</a:t>
            </a:r>
          </a:p>
          <a:p>
            <a:pPr marL="0" indent="0">
              <a:buNone/>
            </a:pPr>
            <a:r>
              <a:rPr lang="en-US" sz="4800" dirty="0"/>
              <a:t>            </a:t>
            </a:r>
            <a:r>
              <a:rPr lang="en-US" sz="4800" dirty="0" err="1"/>
              <a:t>System.out.println</a:t>
            </a:r>
            <a:r>
              <a:rPr lang="en-US" sz="4800" dirty="0"/>
              <a:t>("Name not found in the list.");</a:t>
            </a:r>
          </a:p>
          <a:p>
            <a:pPr marL="0" indent="0">
              <a:buNone/>
            </a:pPr>
            <a:r>
              <a:rPr lang="en-US" sz="4800" dirty="0"/>
              <a:t>        }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        // Close scanner</a:t>
            </a:r>
          </a:p>
          <a:p>
            <a:pPr marL="0" indent="0">
              <a:buNone/>
            </a:pPr>
            <a:r>
              <a:rPr lang="en-US" sz="4800" dirty="0"/>
              <a:t>        </a:t>
            </a:r>
            <a:r>
              <a:rPr lang="en-US" sz="4800" dirty="0" err="1"/>
              <a:t>scanner.close</a:t>
            </a:r>
            <a:r>
              <a:rPr lang="en-US" sz="4800" dirty="0"/>
              <a:t>();</a:t>
            </a:r>
          </a:p>
          <a:p>
            <a:pPr marL="0" indent="0">
              <a:buNone/>
            </a:pPr>
            <a:r>
              <a:rPr lang="en-US" sz="4800" dirty="0"/>
              <a:t>    }</a:t>
            </a:r>
          </a:p>
          <a:p>
            <a:pPr marL="0" indent="0">
              <a:buNone/>
            </a:pPr>
            <a:r>
              <a:rPr lang="en-US" sz="48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520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1758</TotalTime>
  <Words>1417</Words>
  <Application>Microsoft Macintosh PowerPoint</Application>
  <PresentationFormat>On-screen Show (4:3)</PresentationFormat>
  <Paragraphs>211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Java Arrays</vt:lpstr>
      <vt:lpstr>Introduction</vt:lpstr>
      <vt:lpstr>Accessing elements</vt:lpstr>
      <vt:lpstr>Common Array operations</vt:lpstr>
      <vt:lpstr>Multidimensional Array</vt:lpstr>
      <vt:lpstr>PowerPoint Presentation</vt:lpstr>
      <vt:lpstr>Initialization of Multidimensional Arrays</vt:lpstr>
      <vt:lpstr>Iterating Through Multidimensional Arrays</vt:lpstr>
      <vt:lpstr>This program adds two matrices of the same dimensions.</vt:lpstr>
      <vt:lpstr>PowerPoint Presentation</vt:lpstr>
      <vt:lpstr>PowerPoint Presentation</vt:lpstr>
      <vt:lpstr>STRINGS</vt:lpstr>
      <vt:lpstr>PowerPoint Presentation</vt:lpstr>
      <vt:lpstr>PowerPoint Presentation</vt:lpstr>
      <vt:lpstr>StringBuffer</vt:lpstr>
      <vt:lpstr>Important Methods </vt:lpstr>
      <vt:lpstr>PowerPoint Presentation</vt:lpstr>
      <vt:lpstr>PowerPoint Presentation</vt:lpstr>
      <vt:lpstr>Palindrome checker</vt:lpstr>
      <vt:lpstr>String vs StringBuffer </vt:lpstr>
      <vt:lpstr>Program to search a 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Arrays</dc:title>
  <dc:creator>Windows User</dc:creator>
  <cp:lastModifiedBy>Nadera Navas</cp:lastModifiedBy>
  <cp:revision>24</cp:revision>
  <dcterms:created xsi:type="dcterms:W3CDTF">2025-02-25T07:58:39Z</dcterms:created>
  <dcterms:modified xsi:type="dcterms:W3CDTF">2026-02-19T03:51:28Z</dcterms:modified>
</cp:coreProperties>
</file>