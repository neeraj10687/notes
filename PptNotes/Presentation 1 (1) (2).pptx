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4" r:id="rId5"/>
    <p:sldId id="277" r:id="rId6"/>
    <p:sldId id="259" r:id="rId7"/>
    <p:sldId id="260" r:id="rId8"/>
    <p:sldId id="262" r:id="rId9"/>
    <p:sldId id="271" r:id="rId10"/>
    <p:sldId id="278" r:id="rId11"/>
    <p:sldId id="272" r:id="rId12"/>
    <p:sldId id="265" r:id="rId13"/>
    <p:sldId id="275" r:id="rId14"/>
    <p:sldId id="280" r:id="rId15"/>
    <p:sldId id="281" r:id="rId16"/>
    <p:sldId id="268" r:id="rId17"/>
    <p:sldId id="279" r:id="rId18"/>
    <p:sldId id="269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C7A4"/>
    <a:srgbClr val="83D5AD"/>
    <a:srgbClr val="7FCBA4"/>
    <a:srgbClr val="7ECDA6"/>
    <a:srgbClr val="1E73BE"/>
    <a:srgbClr val="1E8200"/>
    <a:srgbClr val="1A1A1A"/>
    <a:srgbClr val="FCF5FA"/>
    <a:srgbClr val="7CB342"/>
    <a:srgbClr val="44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B42DAB-9462-5633-F7EE-374DBB419382}" v="31" dt="2026-03-16T17:18:54.096"/>
    <p1510:client id="{6295DAB5-E0E4-EE43-D067-B274392A3ACD}" v="1233" dt="2026-03-16T15:57:52.877"/>
    <p1510:client id="{6B3B1373-B240-C4E3-69CE-73102B9C29B1}" v="68" dt="2026-03-17T09:59:42.151"/>
    <p1510:client id="{A41426EF-DB37-B36A-B451-1C8FA894F2C3}" v="35" dt="2026-03-17T08:48:28.951"/>
    <p1510:client id="{C3C2B5F6-904F-DE28-873B-21F7B7EF52B0}" v="1412" dt="2026-03-16T17:16:09.60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581" y="31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DAA37-F328-4170-9DF4-5C5424958718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A9B14F-A74C-4BA7-B687-F082870F1F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450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A9B14F-A74C-4BA7-B687-F082870F1F8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2924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790763" y="209550"/>
            <a:ext cx="4010025" cy="2828925"/>
          </a:xfrm>
          <a:custGeom>
            <a:avLst/>
            <a:gdLst/>
            <a:ahLst/>
            <a:cxnLst/>
            <a:rect l="l" t="t" r="r" b="b"/>
            <a:pathLst>
              <a:path w="4010025" h="2828925">
                <a:moveTo>
                  <a:pt x="2155634" y="0"/>
                </a:moveTo>
                <a:lnTo>
                  <a:pt x="2213521" y="542"/>
                </a:lnTo>
                <a:lnTo>
                  <a:pt x="2271264" y="1780"/>
                </a:lnTo>
                <a:lnTo>
                  <a:pt x="2328820" y="3716"/>
                </a:lnTo>
                <a:lnTo>
                  <a:pt x="2386147" y="6352"/>
                </a:lnTo>
                <a:lnTo>
                  <a:pt x="2443203" y="9693"/>
                </a:lnTo>
                <a:lnTo>
                  <a:pt x="2499944" y="13740"/>
                </a:lnTo>
                <a:lnTo>
                  <a:pt x="2556328" y="18497"/>
                </a:lnTo>
                <a:lnTo>
                  <a:pt x="2612313" y="23966"/>
                </a:lnTo>
                <a:lnTo>
                  <a:pt x="2667856" y="30150"/>
                </a:lnTo>
                <a:lnTo>
                  <a:pt x="2722914" y="37052"/>
                </a:lnTo>
                <a:lnTo>
                  <a:pt x="2777445" y="44676"/>
                </a:lnTo>
                <a:lnTo>
                  <a:pt x="2831406" y="53023"/>
                </a:lnTo>
                <a:lnTo>
                  <a:pt x="2884754" y="62097"/>
                </a:lnTo>
                <a:lnTo>
                  <a:pt x="2937448" y="71900"/>
                </a:lnTo>
                <a:lnTo>
                  <a:pt x="2989444" y="82435"/>
                </a:lnTo>
                <a:lnTo>
                  <a:pt x="3040700" y="93706"/>
                </a:lnTo>
                <a:lnTo>
                  <a:pt x="3091174" y="105715"/>
                </a:lnTo>
                <a:lnTo>
                  <a:pt x="3140822" y="118465"/>
                </a:lnTo>
                <a:lnTo>
                  <a:pt x="3189602" y="131959"/>
                </a:lnTo>
                <a:lnTo>
                  <a:pt x="3237471" y="146200"/>
                </a:lnTo>
                <a:lnTo>
                  <a:pt x="3284388" y="161190"/>
                </a:lnTo>
                <a:lnTo>
                  <a:pt x="3330309" y="176932"/>
                </a:lnTo>
                <a:lnTo>
                  <a:pt x="3375191" y="193430"/>
                </a:lnTo>
                <a:lnTo>
                  <a:pt x="3418993" y="210686"/>
                </a:lnTo>
                <a:lnTo>
                  <a:pt x="3461672" y="228703"/>
                </a:lnTo>
                <a:lnTo>
                  <a:pt x="3503184" y="247484"/>
                </a:lnTo>
                <a:lnTo>
                  <a:pt x="3543488" y="267032"/>
                </a:lnTo>
                <a:lnTo>
                  <a:pt x="3582541" y="287349"/>
                </a:lnTo>
                <a:lnTo>
                  <a:pt x="3620300" y="308438"/>
                </a:lnTo>
                <a:lnTo>
                  <a:pt x="3656723" y="330303"/>
                </a:lnTo>
                <a:lnTo>
                  <a:pt x="3691767" y="352946"/>
                </a:lnTo>
                <a:lnTo>
                  <a:pt x="3725389" y="376370"/>
                </a:lnTo>
                <a:lnTo>
                  <a:pt x="3757548" y="400578"/>
                </a:lnTo>
                <a:lnTo>
                  <a:pt x="3788200" y="425573"/>
                </a:lnTo>
                <a:lnTo>
                  <a:pt x="3817302" y="451358"/>
                </a:lnTo>
                <a:lnTo>
                  <a:pt x="3867725" y="503516"/>
                </a:lnTo>
                <a:lnTo>
                  <a:pt x="3910035" y="558908"/>
                </a:lnTo>
                <a:lnTo>
                  <a:pt x="3944506" y="617306"/>
                </a:lnTo>
                <a:lnTo>
                  <a:pt x="3971411" y="678485"/>
                </a:lnTo>
                <a:lnTo>
                  <a:pt x="3991022" y="742218"/>
                </a:lnTo>
                <a:lnTo>
                  <a:pt x="4003613" y="808280"/>
                </a:lnTo>
                <a:lnTo>
                  <a:pt x="4009456" y="876442"/>
                </a:lnTo>
                <a:lnTo>
                  <a:pt x="4009933" y="911241"/>
                </a:lnTo>
                <a:lnTo>
                  <a:pt x="4008826" y="946481"/>
                </a:lnTo>
                <a:lnTo>
                  <a:pt x="4001994" y="1018168"/>
                </a:lnTo>
                <a:lnTo>
                  <a:pt x="3989235" y="1091278"/>
                </a:lnTo>
                <a:lnTo>
                  <a:pt x="3970821" y="1165584"/>
                </a:lnTo>
                <a:lnTo>
                  <a:pt x="3959578" y="1203115"/>
                </a:lnTo>
                <a:lnTo>
                  <a:pt x="3947025" y="1240860"/>
                </a:lnTo>
                <a:lnTo>
                  <a:pt x="3933194" y="1278791"/>
                </a:lnTo>
                <a:lnTo>
                  <a:pt x="3918120" y="1316880"/>
                </a:lnTo>
                <a:lnTo>
                  <a:pt x="3901837" y="1355099"/>
                </a:lnTo>
                <a:lnTo>
                  <a:pt x="3884379" y="1393418"/>
                </a:lnTo>
                <a:lnTo>
                  <a:pt x="3865781" y="1431810"/>
                </a:lnTo>
                <a:lnTo>
                  <a:pt x="3846077" y="1470247"/>
                </a:lnTo>
                <a:lnTo>
                  <a:pt x="3825300" y="1508700"/>
                </a:lnTo>
                <a:lnTo>
                  <a:pt x="3803484" y="1547140"/>
                </a:lnTo>
                <a:lnTo>
                  <a:pt x="3780665" y="1585541"/>
                </a:lnTo>
                <a:lnTo>
                  <a:pt x="3756875" y="1623872"/>
                </a:lnTo>
                <a:lnTo>
                  <a:pt x="3732150" y="1662107"/>
                </a:lnTo>
                <a:lnTo>
                  <a:pt x="3706523" y="1700217"/>
                </a:lnTo>
                <a:lnTo>
                  <a:pt x="3680029" y="1738173"/>
                </a:lnTo>
                <a:lnTo>
                  <a:pt x="3652701" y="1775947"/>
                </a:lnTo>
                <a:lnTo>
                  <a:pt x="3624574" y="1813511"/>
                </a:lnTo>
                <a:lnTo>
                  <a:pt x="3595682" y="1850837"/>
                </a:lnTo>
                <a:lnTo>
                  <a:pt x="3566058" y="1887896"/>
                </a:lnTo>
                <a:lnTo>
                  <a:pt x="3535738" y="1924661"/>
                </a:lnTo>
                <a:lnTo>
                  <a:pt x="3504755" y="1961102"/>
                </a:lnTo>
                <a:lnTo>
                  <a:pt x="3473143" y="1997191"/>
                </a:lnTo>
                <a:lnTo>
                  <a:pt x="3440937" y="2032900"/>
                </a:lnTo>
                <a:lnTo>
                  <a:pt x="3408171" y="2068202"/>
                </a:lnTo>
                <a:lnTo>
                  <a:pt x="3374878" y="2103067"/>
                </a:lnTo>
                <a:lnTo>
                  <a:pt x="3341094" y="2137467"/>
                </a:lnTo>
                <a:lnTo>
                  <a:pt x="3306851" y="2171375"/>
                </a:lnTo>
                <a:lnTo>
                  <a:pt x="3272185" y="2204761"/>
                </a:lnTo>
                <a:lnTo>
                  <a:pt x="3237129" y="2237597"/>
                </a:lnTo>
                <a:lnTo>
                  <a:pt x="3201717" y="2269856"/>
                </a:lnTo>
                <a:lnTo>
                  <a:pt x="3165984" y="2301509"/>
                </a:lnTo>
                <a:lnTo>
                  <a:pt x="3129964" y="2332527"/>
                </a:lnTo>
                <a:lnTo>
                  <a:pt x="3093690" y="2362882"/>
                </a:lnTo>
                <a:lnTo>
                  <a:pt x="3057198" y="2392547"/>
                </a:lnTo>
                <a:lnTo>
                  <a:pt x="3020521" y="2421492"/>
                </a:lnTo>
                <a:lnTo>
                  <a:pt x="2983693" y="2449690"/>
                </a:lnTo>
                <a:lnTo>
                  <a:pt x="2946748" y="2477111"/>
                </a:lnTo>
                <a:lnTo>
                  <a:pt x="2909721" y="2503729"/>
                </a:lnTo>
                <a:lnTo>
                  <a:pt x="2872646" y="2529514"/>
                </a:lnTo>
                <a:lnTo>
                  <a:pt x="2835556" y="2554439"/>
                </a:lnTo>
                <a:lnTo>
                  <a:pt x="2798486" y="2578474"/>
                </a:lnTo>
                <a:lnTo>
                  <a:pt x="2761471" y="2601592"/>
                </a:lnTo>
                <a:lnTo>
                  <a:pt x="2724544" y="2623765"/>
                </a:lnTo>
                <a:lnTo>
                  <a:pt x="2687739" y="2644963"/>
                </a:lnTo>
                <a:lnTo>
                  <a:pt x="2651090" y="2665160"/>
                </a:lnTo>
                <a:lnTo>
                  <a:pt x="2614632" y="2684326"/>
                </a:lnTo>
                <a:lnTo>
                  <a:pt x="2578399" y="2702433"/>
                </a:lnTo>
                <a:lnTo>
                  <a:pt x="2542425" y="2719453"/>
                </a:lnTo>
                <a:lnTo>
                  <a:pt x="2506744" y="2735358"/>
                </a:lnTo>
                <a:lnTo>
                  <a:pt x="2471390" y="2750119"/>
                </a:lnTo>
                <a:lnTo>
                  <a:pt x="2401800" y="2776098"/>
                </a:lnTo>
                <a:lnTo>
                  <a:pt x="2333928" y="2797163"/>
                </a:lnTo>
                <a:lnTo>
                  <a:pt x="2268048" y="2813087"/>
                </a:lnTo>
                <a:lnTo>
                  <a:pt x="2204432" y="2823645"/>
                </a:lnTo>
                <a:lnTo>
                  <a:pt x="2143353" y="2828610"/>
                </a:lnTo>
                <a:lnTo>
                  <a:pt x="2113851" y="2828925"/>
                </a:lnTo>
                <a:lnTo>
                  <a:pt x="2082391" y="2827779"/>
                </a:lnTo>
                <a:lnTo>
                  <a:pt x="2016903" y="2821424"/>
                </a:lnTo>
                <a:lnTo>
                  <a:pt x="1948258" y="2809823"/>
                </a:lnTo>
                <a:lnTo>
                  <a:pt x="1876777" y="2793187"/>
                </a:lnTo>
                <a:lnTo>
                  <a:pt x="1802780" y="2771728"/>
                </a:lnTo>
                <a:lnTo>
                  <a:pt x="1764938" y="2759255"/>
                </a:lnTo>
                <a:lnTo>
                  <a:pt x="1726587" y="2745656"/>
                </a:lnTo>
                <a:lnTo>
                  <a:pt x="1687766" y="2730956"/>
                </a:lnTo>
                <a:lnTo>
                  <a:pt x="1648517" y="2715182"/>
                </a:lnTo>
                <a:lnTo>
                  <a:pt x="1608879" y="2698360"/>
                </a:lnTo>
                <a:lnTo>
                  <a:pt x="1568892" y="2680517"/>
                </a:lnTo>
                <a:lnTo>
                  <a:pt x="1528596" y="2661678"/>
                </a:lnTo>
                <a:lnTo>
                  <a:pt x="1488031" y="2641871"/>
                </a:lnTo>
                <a:lnTo>
                  <a:pt x="1447237" y="2621121"/>
                </a:lnTo>
                <a:lnTo>
                  <a:pt x="1406254" y="2599455"/>
                </a:lnTo>
                <a:lnTo>
                  <a:pt x="1365123" y="2576900"/>
                </a:lnTo>
                <a:lnTo>
                  <a:pt x="1323882" y="2553481"/>
                </a:lnTo>
                <a:lnTo>
                  <a:pt x="1282573" y="2529225"/>
                </a:lnTo>
                <a:lnTo>
                  <a:pt x="1241234" y="2504159"/>
                </a:lnTo>
                <a:lnTo>
                  <a:pt x="1199907" y="2478308"/>
                </a:lnTo>
                <a:lnTo>
                  <a:pt x="1158631" y="2451699"/>
                </a:lnTo>
                <a:lnTo>
                  <a:pt x="1117447" y="2424359"/>
                </a:lnTo>
                <a:lnTo>
                  <a:pt x="1076393" y="2396313"/>
                </a:lnTo>
                <a:lnTo>
                  <a:pt x="1035511" y="2367589"/>
                </a:lnTo>
                <a:lnTo>
                  <a:pt x="994840" y="2338212"/>
                </a:lnTo>
                <a:lnTo>
                  <a:pt x="954420" y="2308208"/>
                </a:lnTo>
                <a:lnTo>
                  <a:pt x="914292" y="2277605"/>
                </a:lnTo>
                <a:lnTo>
                  <a:pt x="874495" y="2246428"/>
                </a:lnTo>
                <a:lnTo>
                  <a:pt x="835069" y="2214705"/>
                </a:lnTo>
                <a:lnTo>
                  <a:pt x="796054" y="2182460"/>
                </a:lnTo>
                <a:lnTo>
                  <a:pt x="757491" y="2149721"/>
                </a:lnTo>
                <a:lnTo>
                  <a:pt x="719419" y="2116513"/>
                </a:lnTo>
                <a:lnTo>
                  <a:pt x="681879" y="2082864"/>
                </a:lnTo>
                <a:lnTo>
                  <a:pt x="644910" y="2048800"/>
                </a:lnTo>
                <a:lnTo>
                  <a:pt x="608552" y="2014347"/>
                </a:lnTo>
                <a:lnTo>
                  <a:pt x="572846" y="1979530"/>
                </a:lnTo>
                <a:lnTo>
                  <a:pt x="537831" y="1944378"/>
                </a:lnTo>
                <a:lnTo>
                  <a:pt x="503547" y="1908915"/>
                </a:lnTo>
                <a:lnTo>
                  <a:pt x="470035" y="1873169"/>
                </a:lnTo>
                <a:lnTo>
                  <a:pt x="437335" y="1837165"/>
                </a:lnTo>
                <a:lnTo>
                  <a:pt x="405486" y="1800931"/>
                </a:lnTo>
                <a:lnTo>
                  <a:pt x="374528" y="1764492"/>
                </a:lnTo>
                <a:lnTo>
                  <a:pt x="344502" y="1727874"/>
                </a:lnTo>
                <a:lnTo>
                  <a:pt x="315447" y="1691105"/>
                </a:lnTo>
                <a:lnTo>
                  <a:pt x="287404" y="1654210"/>
                </a:lnTo>
                <a:lnTo>
                  <a:pt x="260413" y="1617216"/>
                </a:lnTo>
                <a:lnTo>
                  <a:pt x="234513" y="1580149"/>
                </a:lnTo>
                <a:lnTo>
                  <a:pt x="209745" y="1543035"/>
                </a:lnTo>
                <a:lnTo>
                  <a:pt x="186148" y="1505902"/>
                </a:lnTo>
                <a:lnTo>
                  <a:pt x="163763" y="1468774"/>
                </a:lnTo>
                <a:lnTo>
                  <a:pt x="142630" y="1431679"/>
                </a:lnTo>
                <a:lnTo>
                  <a:pt x="122788" y="1394643"/>
                </a:lnTo>
                <a:lnTo>
                  <a:pt x="104278" y="1357692"/>
                </a:lnTo>
                <a:lnTo>
                  <a:pt x="87139" y="1320853"/>
                </a:lnTo>
                <a:lnTo>
                  <a:pt x="71412" y="1284152"/>
                </a:lnTo>
                <a:lnTo>
                  <a:pt x="57137" y="1247615"/>
                </a:lnTo>
                <a:lnTo>
                  <a:pt x="44354" y="1211269"/>
                </a:lnTo>
                <a:lnTo>
                  <a:pt x="23422" y="1139253"/>
                </a:lnTo>
                <a:lnTo>
                  <a:pt x="8938" y="1068316"/>
                </a:lnTo>
                <a:lnTo>
                  <a:pt x="1220" y="998669"/>
                </a:lnTo>
                <a:lnTo>
                  <a:pt x="0" y="964395"/>
                </a:lnTo>
                <a:lnTo>
                  <a:pt x="590" y="930522"/>
                </a:lnTo>
                <a:lnTo>
                  <a:pt x="7368" y="864087"/>
                </a:lnTo>
                <a:lnTo>
                  <a:pt x="21872" y="799573"/>
                </a:lnTo>
                <a:lnTo>
                  <a:pt x="44425" y="737192"/>
                </a:lnTo>
                <a:lnTo>
                  <a:pt x="75345" y="677155"/>
                </a:lnTo>
                <a:lnTo>
                  <a:pt x="113783" y="620935"/>
                </a:lnTo>
                <a:lnTo>
                  <a:pt x="158322" y="568267"/>
                </a:lnTo>
                <a:lnTo>
                  <a:pt x="209343" y="517785"/>
                </a:lnTo>
                <a:lnTo>
                  <a:pt x="266525" y="469508"/>
                </a:lnTo>
                <a:lnTo>
                  <a:pt x="297327" y="446204"/>
                </a:lnTo>
                <a:lnTo>
                  <a:pt x="329549" y="423459"/>
                </a:lnTo>
                <a:lnTo>
                  <a:pt x="363153" y="401277"/>
                </a:lnTo>
                <a:lnTo>
                  <a:pt x="398097" y="379659"/>
                </a:lnTo>
                <a:lnTo>
                  <a:pt x="434342" y="358610"/>
                </a:lnTo>
                <a:lnTo>
                  <a:pt x="471848" y="338131"/>
                </a:lnTo>
                <a:lnTo>
                  <a:pt x="510575" y="318225"/>
                </a:lnTo>
                <a:lnTo>
                  <a:pt x="550484" y="298894"/>
                </a:lnTo>
                <a:lnTo>
                  <a:pt x="591533" y="280143"/>
                </a:lnTo>
                <a:lnTo>
                  <a:pt x="633684" y="261972"/>
                </a:lnTo>
                <a:lnTo>
                  <a:pt x="676896" y="244385"/>
                </a:lnTo>
                <a:lnTo>
                  <a:pt x="721129" y="227385"/>
                </a:lnTo>
                <a:lnTo>
                  <a:pt x="766344" y="210975"/>
                </a:lnTo>
                <a:lnTo>
                  <a:pt x="812500" y="195156"/>
                </a:lnTo>
                <a:lnTo>
                  <a:pt x="859558" y="179932"/>
                </a:lnTo>
                <a:lnTo>
                  <a:pt x="907478" y="165306"/>
                </a:lnTo>
                <a:lnTo>
                  <a:pt x="956220" y="151280"/>
                </a:lnTo>
                <a:lnTo>
                  <a:pt x="1005743" y="137856"/>
                </a:lnTo>
                <a:lnTo>
                  <a:pt x="1056008" y="125038"/>
                </a:lnTo>
                <a:lnTo>
                  <a:pt x="1106976" y="112828"/>
                </a:lnTo>
                <a:lnTo>
                  <a:pt x="1158605" y="101230"/>
                </a:lnTo>
                <a:lnTo>
                  <a:pt x="1210857" y="90244"/>
                </a:lnTo>
                <a:lnTo>
                  <a:pt x="1263690" y="79876"/>
                </a:lnTo>
                <a:lnTo>
                  <a:pt x="1317066" y="70126"/>
                </a:lnTo>
                <a:lnTo>
                  <a:pt x="1370945" y="60998"/>
                </a:lnTo>
                <a:lnTo>
                  <a:pt x="1425286" y="52494"/>
                </a:lnTo>
                <a:lnTo>
                  <a:pt x="1480049" y="44618"/>
                </a:lnTo>
                <a:lnTo>
                  <a:pt x="1535195" y="37371"/>
                </a:lnTo>
                <a:lnTo>
                  <a:pt x="1590684" y="30757"/>
                </a:lnTo>
                <a:lnTo>
                  <a:pt x="1646475" y="24778"/>
                </a:lnTo>
                <a:lnTo>
                  <a:pt x="1702530" y="19437"/>
                </a:lnTo>
                <a:lnTo>
                  <a:pt x="1758807" y="14737"/>
                </a:lnTo>
                <a:lnTo>
                  <a:pt x="1815267" y="10680"/>
                </a:lnTo>
                <a:lnTo>
                  <a:pt x="1871870" y="7269"/>
                </a:lnTo>
                <a:lnTo>
                  <a:pt x="1928576" y="4507"/>
                </a:lnTo>
                <a:lnTo>
                  <a:pt x="1985346" y="2396"/>
                </a:lnTo>
                <a:lnTo>
                  <a:pt x="2042139" y="939"/>
                </a:lnTo>
                <a:lnTo>
                  <a:pt x="2098915" y="140"/>
                </a:lnTo>
                <a:lnTo>
                  <a:pt x="2155634" y="0"/>
                </a:lnTo>
                <a:close/>
              </a:path>
            </a:pathLst>
          </a:custGeom>
          <a:ln w="38099">
            <a:solidFill>
              <a:srgbClr val="FF6F9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314706" y="323886"/>
            <a:ext cx="4314825" cy="2438400"/>
          </a:xfrm>
          <a:custGeom>
            <a:avLst/>
            <a:gdLst/>
            <a:ahLst/>
            <a:cxnLst/>
            <a:rect l="l" t="t" r="r" b="b"/>
            <a:pathLst>
              <a:path w="4314825" h="2438400">
                <a:moveTo>
                  <a:pt x="467986" y="0"/>
                </a:moveTo>
                <a:lnTo>
                  <a:pt x="415081" y="2501"/>
                </a:lnTo>
                <a:lnTo>
                  <a:pt x="365454" y="9134"/>
                </a:lnTo>
                <a:lnTo>
                  <a:pt x="319084" y="19753"/>
                </a:lnTo>
                <a:lnTo>
                  <a:pt x="275950" y="34209"/>
                </a:lnTo>
                <a:lnTo>
                  <a:pt x="236032" y="52357"/>
                </a:lnTo>
                <a:lnTo>
                  <a:pt x="199310" y="74048"/>
                </a:lnTo>
                <a:lnTo>
                  <a:pt x="165762" y="99136"/>
                </a:lnTo>
                <a:lnTo>
                  <a:pt x="135368" y="127474"/>
                </a:lnTo>
                <a:lnTo>
                  <a:pt x="108108" y="158915"/>
                </a:lnTo>
                <a:lnTo>
                  <a:pt x="83960" y="193312"/>
                </a:lnTo>
                <a:lnTo>
                  <a:pt x="62905" y="230517"/>
                </a:lnTo>
                <a:lnTo>
                  <a:pt x="44921" y="270384"/>
                </a:lnTo>
                <a:lnTo>
                  <a:pt x="29989" y="312766"/>
                </a:lnTo>
                <a:lnTo>
                  <a:pt x="18087" y="357515"/>
                </a:lnTo>
                <a:lnTo>
                  <a:pt x="9196" y="404485"/>
                </a:lnTo>
                <a:lnTo>
                  <a:pt x="3293" y="453528"/>
                </a:lnTo>
                <a:lnTo>
                  <a:pt x="359" y="504498"/>
                </a:lnTo>
                <a:lnTo>
                  <a:pt x="0" y="530659"/>
                </a:lnTo>
                <a:lnTo>
                  <a:pt x="374" y="557247"/>
                </a:lnTo>
                <a:lnTo>
                  <a:pt x="3316" y="611628"/>
                </a:lnTo>
                <a:lnTo>
                  <a:pt x="9165" y="667494"/>
                </a:lnTo>
                <a:lnTo>
                  <a:pt x="17901" y="724699"/>
                </a:lnTo>
                <a:lnTo>
                  <a:pt x="29502" y="783095"/>
                </a:lnTo>
                <a:lnTo>
                  <a:pt x="43949" y="842535"/>
                </a:lnTo>
                <a:lnTo>
                  <a:pt x="61220" y="902872"/>
                </a:lnTo>
                <a:lnTo>
                  <a:pt x="81296" y="963959"/>
                </a:lnTo>
                <a:lnTo>
                  <a:pt x="104154" y="1025649"/>
                </a:lnTo>
                <a:lnTo>
                  <a:pt x="129776" y="1087795"/>
                </a:lnTo>
                <a:lnTo>
                  <a:pt x="158140" y="1150250"/>
                </a:lnTo>
                <a:lnTo>
                  <a:pt x="189226" y="1212866"/>
                </a:lnTo>
                <a:lnTo>
                  <a:pt x="223013" y="1275498"/>
                </a:lnTo>
                <a:lnTo>
                  <a:pt x="259480" y="1337997"/>
                </a:lnTo>
                <a:lnTo>
                  <a:pt x="298608" y="1400217"/>
                </a:lnTo>
                <a:lnTo>
                  <a:pt x="340374" y="1462010"/>
                </a:lnTo>
                <a:lnTo>
                  <a:pt x="384760" y="1523230"/>
                </a:lnTo>
                <a:lnTo>
                  <a:pt x="407928" y="1553579"/>
                </a:lnTo>
                <a:lnTo>
                  <a:pt x="431743" y="1583730"/>
                </a:lnTo>
                <a:lnTo>
                  <a:pt x="456203" y="1613664"/>
                </a:lnTo>
                <a:lnTo>
                  <a:pt x="481305" y="1643362"/>
                </a:lnTo>
                <a:lnTo>
                  <a:pt x="507045" y="1672807"/>
                </a:lnTo>
                <a:lnTo>
                  <a:pt x="533423" y="1701980"/>
                </a:lnTo>
                <a:lnTo>
                  <a:pt x="560434" y="1730862"/>
                </a:lnTo>
                <a:lnTo>
                  <a:pt x="588078" y="1759435"/>
                </a:lnTo>
                <a:lnTo>
                  <a:pt x="616350" y="1787682"/>
                </a:lnTo>
                <a:lnTo>
                  <a:pt x="645248" y="1815583"/>
                </a:lnTo>
                <a:lnTo>
                  <a:pt x="674770" y="1843120"/>
                </a:lnTo>
                <a:lnTo>
                  <a:pt x="704914" y="1870274"/>
                </a:lnTo>
                <a:lnTo>
                  <a:pt x="735676" y="1897028"/>
                </a:lnTo>
                <a:lnTo>
                  <a:pt x="767054" y="1923363"/>
                </a:lnTo>
                <a:lnTo>
                  <a:pt x="799046" y="1949261"/>
                </a:lnTo>
                <a:lnTo>
                  <a:pt x="831648" y="1974702"/>
                </a:lnTo>
                <a:lnTo>
                  <a:pt x="864859" y="1999670"/>
                </a:lnTo>
                <a:lnTo>
                  <a:pt x="898676" y="2024144"/>
                </a:lnTo>
                <a:lnTo>
                  <a:pt x="933096" y="2048108"/>
                </a:lnTo>
                <a:lnTo>
                  <a:pt x="968117" y="2071543"/>
                </a:lnTo>
                <a:lnTo>
                  <a:pt x="1003736" y="2094429"/>
                </a:lnTo>
                <a:lnTo>
                  <a:pt x="1039950" y="2116750"/>
                </a:lnTo>
                <a:lnTo>
                  <a:pt x="1076757" y="2138486"/>
                </a:lnTo>
                <a:lnTo>
                  <a:pt x="1114155" y="2159619"/>
                </a:lnTo>
                <a:lnTo>
                  <a:pt x="1152140" y="2180131"/>
                </a:lnTo>
                <a:lnTo>
                  <a:pt x="1190711" y="2200004"/>
                </a:lnTo>
                <a:lnTo>
                  <a:pt x="1229864" y="2219218"/>
                </a:lnTo>
                <a:lnTo>
                  <a:pt x="1269597" y="2237756"/>
                </a:lnTo>
                <a:lnTo>
                  <a:pt x="1309908" y="2255599"/>
                </a:lnTo>
                <a:lnTo>
                  <a:pt x="1350793" y="2272729"/>
                </a:lnTo>
                <a:lnTo>
                  <a:pt x="1392251" y="2289127"/>
                </a:lnTo>
                <a:lnTo>
                  <a:pt x="1434279" y="2304776"/>
                </a:lnTo>
                <a:lnTo>
                  <a:pt x="1476874" y="2319656"/>
                </a:lnTo>
                <a:lnTo>
                  <a:pt x="1520033" y="2333749"/>
                </a:lnTo>
                <a:lnTo>
                  <a:pt x="1563755" y="2347038"/>
                </a:lnTo>
                <a:lnTo>
                  <a:pt x="1608036" y="2359503"/>
                </a:lnTo>
                <a:lnTo>
                  <a:pt x="1652874" y="2371126"/>
                </a:lnTo>
                <a:lnTo>
                  <a:pt x="1698266" y="2381889"/>
                </a:lnTo>
                <a:lnTo>
                  <a:pt x="1744210" y="2391773"/>
                </a:lnTo>
                <a:lnTo>
                  <a:pt x="1790703" y="2400760"/>
                </a:lnTo>
                <a:lnTo>
                  <a:pt x="1837743" y="2408832"/>
                </a:lnTo>
                <a:lnTo>
                  <a:pt x="1885327" y="2415971"/>
                </a:lnTo>
                <a:lnTo>
                  <a:pt x="1933452" y="2422157"/>
                </a:lnTo>
                <a:lnTo>
                  <a:pt x="1982116" y="2427372"/>
                </a:lnTo>
                <a:lnTo>
                  <a:pt x="2031316" y="2431599"/>
                </a:lnTo>
                <a:lnTo>
                  <a:pt x="2081050" y="2434819"/>
                </a:lnTo>
                <a:lnTo>
                  <a:pt x="2131316" y="2437012"/>
                </a:lnTo>
                <a:lnTo>
                  <a:pt x="2182110" y="2438162"/>
                </a:lnTo>
                <a:lnTo>
                  <a:pt x="2233430" y="2438250"/>
                </a:lnTo>
                <a:lnTo>
                  <a:pt x="2285273" y="2437256"/>
                </a:lnTo>
                <a:lnTo>
                  <a:pt x="2337637" y="2435164"/>
                </a:lnTo>
                <a:lnTo>
                  <a:pt x="2390520" y="2431954"/>
                </a:lnTo>
                <a:lnTo>
                  <a:pt x="2443918" y="2427608"/>
                </a:lnTo>
                <a:lnTo>
                  <a:pt x="2533047" y="2418721"/>
                </a:lnTo>
                <a:lnTo>
                  <a:pt x="2605472" y="2408748"/>
                </a:lnTo>
                <a:lnTo>
                  <a:pt x="2680260" y="2394619"/>
                </a:lnTo>
                <a:lnTo>
                  <a:pt x="2718430" y="2386039"/>
                </a:lnTo>
                <a:lnTo>
                  <a:pt x="2757059" y="2376470"/>
                </a:lnTo>
                <a:lnTo>
                  <a:pt x="2796104" y="2365930"/>
                </a:lnTo>
                <a:lnTo>
                  <a:pt x="2835521" y="2354436"/>
                </a:lnTo>
                <a:lnTo>
                  <a:pt x="2875266" y="2342004"/>
                </a:lnTo>
                <a:lnTo>
                  <a:pt x="2915296" y="2328651"/>
                </a:lnTo>
                <a:lnTo>
                  <a:pt x="2955566" y="2314394"/>
                </a:lnTo>
                <a:lnTo>
                  <a:pt x="2996033" y="2299251"/>
                </a:lnTo>
                <a:lnTo>
                  <a:pt x="3036654" y="2283238"/>
                </a:lnTo>
                <a:lnTo>
                  <a:pt x="3077384" y="2266372"/>
                </a:lnTo>
                <a:lnTo>
                  <a:pt x="3118180" y="2248669"/>
                </a:lnTo>
                <a:lnTo>
                  <a:pt x="3158998" y="2230147"/>
                </a:lnTo>
                <a:lnTo>
                  <a:pt x="3199795" y="2210823"/>
                </a:lnTo>
                <a:lnTo>
                  <a:pt x="3240526" y="2190713"/>
                </a:lnTo>
                <a:lnTo>
                  <a:pt x="3281148" y="2169835"/>
                </a:lnTo>
                <a:lnTo>
                  <a:pt x="3321618" y="2148205"/>
                </a:lnTo>
                <a:lnTo>
                  <a:pt x="3361891" y="2125840"/>
                </a:lnTo>
                <a:lnTo>
                  <a:pt x="3401923" y="2102757"/>
                </a:lnTo>
                <a:lnTo>
                  <a:pt x="3441672" y="2078973"/>
                </a:lnTo>
                <a:lnTo>
                  <a:pt x="3481093" y="2054505"/>
                </a:lnTo>
                <a:lnTo>
                  <a:pt x="3520143" y="2029370"/>
                </a:lnTo>
                <a:lnTo>
                  <a:pt x="3558778" y="2003584"/>
                </a:lnTo>
                <a:lnTo>
                  <a:pt x="3596954" y="1977165"/>
                </a:lnTo>
                <a:lnTo>
                  <a:pt x="3634628" y="1950129"/>
                </a:lnTo>
                <a:lnTo>
                  <a:pt x="3671755" y="1922493"/>
                </a:lnTo>
                <a:lnTo>
                  <a:pt x="3708293" y="1894275"/>
                </a:lnTo>
                <a:lnTo>
                  <a:pt x="3744196" y="1865490"/>
                </a:lnTo>
                <a:lnTo>
                  <a:pt x="3779423" y="1836157"/>
                </a:lnTo>
                <a:lnTo>
                  <a:pt x="3813928" y="1806292"/>
                </a:lnTo>
                <a:lnTo>
                  <a:pt x="3847668" y="1775911"/>
                </a:lnTo>
                <a:lnTo>
                  <a:pt x="3880600" y="1745032"/>
                </a:lnTo>
                <a:lnTo>
                  <a:pt x="3912680" y="1713671"/>
                </a:lnTo>
                <a:lnTo>
                  <a:pt x="3943863" y="1681846"/>
                </a:lnTo>
                <a:lnTo>
                  <a:pt x="3974107" y="1649573"/>
                </a:lnTo>
                <a:lnTo>
                  <a:pt x="4003368" y="1616870"/>
                </a:lnTo>
                <a:lnTo>
                  <a:pt x="4031601" y="1583752"/>
                </a:lnTo>
                <a:lnTo>
                  <a:pt x="4058764" y="1550238"/>
                </a:lnTo>
                <a:lnTo>
                  <a:pt x="4084812" y="1516343"/>
                </a:lnTo>
                <a:lnTo>
                  <a:pt x="4109701" y="1482085"/>
                </a:lnTo>
                <a:lnTo>
                  <a:pt x="4133389" y="1447481"/>
                </a:lnTo>
                <a:lnTo>
                  <a:pt x="4155831" y="1412548"/>
                </a:lnTo>
                <a:lnTo>
                  <a:pt x="4176983" y="1377301"/>
                </a:lnTo>
                <a:lnTo>
                  <a:pt x="4196803" y="1341760"/>
                </a:lnTo>
                <a:lnTo>
                  <a:pt x="4215245" y="1305939"/>
                </a:lnTo>
                <a:lnTo>
                  <a:pt x="4232267" y="1269857"/>
                </a:lnTo>
                <a:lnTo>
                  <a:pt x="4247824" y="1233529"/>
                </a:lnTo>
                <a:lnTo>
                  <a:pt x="4261873" y="1196974"/>
                </a:lnTo>
                <a:lnTo>
                  <a:pt x="4274371" y="1160207"/>
                </a:lnTo>
                <a:lnTo>
                  <a:pt x="4285273" y="1123246"/>
                </a:lnTo>
                <a:lnTo>
                  <a:pt x="4294536" y="1086107"/>
                </a:lnTo>
                <a:lnTo>
                  <a:pt x="4307969" y="1011366"/>
                </a:lnTo>
                <a:lnTo>
                  <a:pt x="4314321" y="936117"/>
                </a:lnTo>
                <a:lnTo>
                  <a:pt x="4314732" y="898345"/>
                </a:lnTo>
                <a:lnTo>
                  <a:pt x="4313242" y="860497"/>
                </a:lnTo>
                <a:lnTo>
                  <a:pt x="4304381" y="784640"/>
                </a:lnTo>
                <a:lnTo>
                  <a:pt x="4296924" y="746665"/>
                </a:lnTo>
                <a:lnTo>
                  <a:pt x="4287390" y="708681"/>
                </a:lnTo>
                <a:lnTo>
                  <a:pt x="4275737" y="670706"/>
                </a:lnTo>
                <a:lnTo>
                  <a:pt x="4261919" y="632756"/>
                </a:lnTo>
                <a:lnTo>
                  <a:pt x="4245893" y="594849"/>
                </a:lnTo>
                <a:lnTo>
                  <a:pt x="4227617" y="557000"/>
                </a:lnTo>
                <a:lnTo>
                  <a:pt x="4207045" y="519227"/>
                </a:lnTo>
                <a:lnTo>
                  <a:pt x="4184135" y="481547"/>
                </a:lnTo>
                <a:lnTo>
                  <a:pt x="4145133" y="424706"/>
                </a:lnTo>
                <a:lnTo>
                  <a:pt x="4104991" y="374066"/>
                </a:lnTo>
                <a:lnTo>
                  <a:pt x="4063678" y="329347"/>
                </a:lnTo>
                <a:lnTo>
                  <a:pt x="4021163" y="290268"/>
                </a:lnTo>
                <a:lnTo>
                  <a:pt x="3977416" y="256548"/>
                </a:lnTo>
                <a:lnTo>
                  <a:pt x="3932405" y="227907"/>
                </a:lnTo>
                <a:lnTo>
                  <a:pt x="3886099" y="204064"/>
                </a:lnTo>
                <a:lnTo>
                  <a:pt x="3838467" y="184738"/>
                </a:lnTo>
                <a:lnTo>
                  <a:pt x="3789479" y="169649"/>
                </a:lnTo>
                <a:lnTo>
                  <a:pt x="3739104" y="158516"/>
                </a:lnTo>
                <a:lnTo>
                  <a:pt x="3687310" y="151059"/>
                </a:lnTo>
                <a:lnTo>
                  <a:pt x="3634067" y="146996"/>
                </a:lnTo>
                <a:lnTo>
                  <a:pt x="3579344" y="146047"/>
                </a:lnTo>
                <a:lnTo>
                  <a:pt x="3523109" y="147932"/>
                </a:lnTo>
                <a:lnTo>
                  <a:pt x="3465333" y="152370"/>
                </a:lnTo>
                <a:lnTo>
                  <a:pt x="3405983" y="159080"/>
                </a:lnTo>
                <a:lnTo>
                  <a:pt x="3345029" y="167781"/>
                </a:lnTo>
                <a:lnTo>
                  <a:pt x="3282440" y="178193"/>
                </a:lnTo>
                <a:lnTo>
                  <a:pt x="3218186" y="190036"/>
                </a:lnTo>
                <a:lnTo>
                  <a:pt x="3152234" y="203028"/>
                </a:lnTo>
                <a:lnTo>
                  <a:pt x="2870841" y="260878"/>
                </a:lnTo>
                <a:lnTo>
                  <a:pt x="2795941" y="275407"/>
                </a:lnTo>
                <a:lnTo>
                  <a:pt x="2719159" y="289403"/>
                </a:lnTo>
                <a:lnTo>
                  <a:pt x="2680052" y="296112"/>
                </a:lnTo>
                <a:lnTo>
                  <a:pt x="2640463" y="302583"/>
                </a:lnTo>
                <a:lnTo>
                  <a:pt x="2600388" y="308780"/>
                </a:lnTo>
                <a:lnTo>
                  <a:pt x="2559823" y="314668"/>
                </a:lnTo>
                <a:lnTo>
                  <a:pt x="2518764" y="320212"/>
                </a:lnTo>
                <a:lnTo>
                  <a:pt x="2477207" y="325376"/>
                </a:lnTo>
                <a:lnTo>
                  <a:pt x="2435149" y="330127"/>
                </a:lnTo>
                <a:lnTo>
                  <a:pt x="2392586" y="334428"/>
                </a:lnTo>
                <a:lnTo>
                  <a:pt x="2349513" y="338244"/>
                </a:lnTo>
                <a:lnTo>
                  <a:pt x="2305927" y="341542"/>
                </a:lnTo>
                <a:lnTo>
                  <a:pt x="2261824" y="344284"/>
                </a:lnTo>
                <a:lnTo>
                  <a:pt x="2217200" y="346437"/>
                </a:lnTo>
                <a:lnTo>
                  <a:pt x="2172051" y="347965"/>
                </a:lnTo>
                <a:lnTo>
                  <a:pt x="2126374" y="348834"/>
                </a:lnTo>
                <a:lnTo>
                  <a:pt x="2080164" y="349007"/>
                </a:lnTo>
                <a:lnTo>
                  <a:pt x="2033418" y="348451"/>
                </a:lnTo>
                <a:lnTo>
                  <a:pt x="1986131" y="347129"/>
                </a:lnTo>
                <a:lnTo>
                  <a:pt x="1938301" y="345007"/>
                </a:lnTo>
                <a:lnTo>
                  <a:pt x="1889922" y="342050"/>
                </a:lnTo>
                <a:lnTo>
                  <a:pt x="1840992" y="338223"/>
                </a:lnTo>
                <a:lnTo>
                  <a:pt x="1791506" y="333490"/>
                </a:lnTo>
                <a:lnTo>
                  <a:pt x="1741460" y="327817"/>
                </a:lnTo>
                <a:lnTo>
                  <a:pt x="1690851" y="321169"/>
                </a:lnTo>
                <a:lnTo>
                  <a:pt x="1639675" y="313509"/>
                </a:lnTo>
                <a:lnTo>
                  <a:pt x="1587927" y="304804"/>
                </a:lnTo>
                <a:lnTo>
                  <a:pt x="1535604" y="295018"/>
                </a:lnTo>
                <a:lnTo>
                  <a:pt x="1482703" y="284117"/>
                </a:lnTo>
                <a:lnTo>
                  <a:pt x="1429219" y="272064"/>
                </a:lnTo>
                <a:lnTo>
                  <a:pt x="1375148" y="258825"/>
                </a:lnTo>
                <a:lnTo>
                  <a:pt x="1320486" y="244366"/>
                </a:lnTo>
                <a:lnTo>
                  <a:pt x="1265231" y="228650"/>
                </a:lnTo>
                <a:lnTo>
                  <a:pt x="1209376" y="211642"/>
                </a:lnTo>
                <a:lnTo>
                  <a:pt x="1152920" y="193308"/>
                </a:lnTo>
                <a:lnTo>
                  <a:pt x="1095858" y="173613"/>
                </a:lnTo>
                <a:lnTo>
                  <a:pt x="1038186" y="152522"/>
                </a:lnTo>
                <a:lnTo>
                  <a:pt x="979900" y="129998"/>
                </a:lnTo>
                <a:lnTo>
                  <a:pt x="920997" y="106008"/>
                </a:lnTo>
                <a:lnTo>
                  <a:pt x="866950" y="84377"/>
                </a:lnTo>
                <a:lnTo>
                  <a:pt x="814618" y="65338"/>
                </a:lnTo>
                <a:lnTo>
                  <a:pt x="763992" y="48840"/>
                </a:lnTo>
                <a:lnTo>
                  <a:pt x="715066" y="34831"/>
                </a:lnTo>
                <a:lnTo>
                  <a:pt x="667832" y="23262"/>
                </a:lnTo>
                <a:lnTo>
                  <a:pt x="622284" y="14079"/>
                </a:lnTo>
                <a:lnTo>
                  <a:pt x="578413" y="7233"/>
                </a:lnTo>
                <a:lnTo>
                  <a:pt x="536212" y="2672"/>
                </a:lnTo>
                <a:lnTo>
                  <a:pt x="495674" y="344"/>
                </a:lnTo>
                <a:lnTo>
                  <a:pt x="467986" y="0"/>
                </a:lnTo>
                <a:close/>
              </a:path>
            </a:pathLst>
          </a:custGeom>
          <a:solidFill>
            <a:srgbClr val="F8A81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265743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547746" y="1761464"/>
            <a:ext cx="1973580" cy="2286635"/>
          </a:xfrm>
          <a:custGeom>
            <a:avLst/>
            <a:gdLst/>
            <a:ahLst/>
            <a:cxnLst/>
            <a:rect l="l" t="t" r="r" b="b"/>
            <a:pathLst>
              <a:path w="1973579" h="2286635">
                <a:moveTo>
                  <a:pt x="801259" y="0"/>
                </a:moveTo>
                <a:lnTo>
                  <a:pt x="762940" y="957"/>
                </a:lnTo>
                <a:lnTo>
                  <a:pt x="724807" y="3047"/>
                </a:lnTo>
                <a:lnTo>
                  <a:pt x="649371" y="10807"/>
                </a:lnTo>
                <a:lnTo>
                  <a:pt x="575486" y="23640"/>
                </a:lnTo>
                <a:lnTo>
                  <a:pt x="503689" y="41907"/>
                </a:lnTo>
                <a:lnTo>
                  <a:pt x="434514" y="65968"/>
                </a:lnTo>
                <a:lnTo>
                  <a:pt x="368499" y="96184"/>
                </a:lnTo>
                <a:lnTo>
                  <a:pt x="306180" y="132916"/>
                </a:lnTo>
                <a:lnTo>
                  <a:pt x="248091" y="176525"/>
                </a:lnTo>
                <a:lnTo>
                  <a:pt x="194768" y="227371"/>
                </a:lnTo>
                <a:lnTo>
                  <a:pt x="146749" y="285815"/>
                </a:lnTo>
                <a:lnTo>
                  <a:pt x="124895" y="317999"/>
                </a:lnTo>
                <a:lnTo>
                  <a:pt x="104568" y="352218"/>
                </a:lnTo>
                <a:lnTo>
                  <a:pt x="85835" y="388517"/>
                </a:lnTo>
                <a:lnTo>
                  <a:pt x="68762" y="426940"/>
                </a:lnTo>
                <a:lnTo>
                  <a:pt x="53417" y="467534"/>
                </a:lnTo>
                <a:lnTo>
                  <a:pt x="39866" y="510343"/>
                </a:lnTo>
                <a:lnTo>
                  <a:pt x="28177" y="555412"/>
                </a:lnTo>
                <a:lnTo>
                  <a:pt x="18416" y="602787"/>
                </a:lnTo>
                <a:lnTo>
                  <a:pt x="10651" y="652512"/>
                </a:lnTo>
                <a:lnTo>
                  <a:pt x="4949" y="704632"/>
                </a:lnTo>
                <a:lnTo>
                  <a:pt x="1376" y="759193"/>
                </a:lnTo>
                <a:lnTo>
                  <a:pt x="0" y="816240"/>
                </a:lnTo>
                <a:lnTo>
                  <a:pt x="887" y="875817"/>
                </a:lnTo>
                <a:lnTo>
                  <a:pt x="3733" y="935012"/>
                </a:lnTo>
                <a:lnTo>
                  <a:pt x="8223" y="993023"/>
                </a:lnTo>
                <a:lnTo>
                  <a:pt x="14314" y="1049847"/>
                </a:lnTo>
                <a:lnTo>
                  <a:pt x="21965" y="1105476"/>
                </a:lnTo>
                <a:lnTo>
                  <a:pt x="31136" y="1159906"/>
                </a:lnTo>
                <a:lnTo>
                  <a:pt x="41786" y="1213129"/>
                </a:lnTo>
                <a:lnTo>
                  <a:pt x="53873" y="1265141"/>
                </a:lnTo>
                <a:lnTo>
                  <a:pt x="67357" y="1315936"/>
                </a:lnTo>
                <a:lnTo>
                  <a:pt x="82197" y="1365507"/>
                </a:lnTo>
                <a:lnTo>
                  <a:pt x="98352" y="1413849"/>
                </a:lnTo>
                <a:lnTo>
                  <a:pt x="115780" y="1460957"/>
                </a:lnTo>
                <a:lnTo>
                  <a:pt x="134441" y="1506823"/>
                </a:lnTo>
                <a:lnTo>
                  <a:pt x="154295" y="1551443"/>
                </a:lnTo>
                <a:lnTo>
                  <a:pt x="175298" y="1594811"/>
                </a:lnTo>
                <a:lnTo>
                  <a:pt x="197412" y="1636920"/>
                </a:lnTo>
                <a:lnTo>
                  <a:pt x="220595" y="1677765"/>
                </a:lnTo>
                <a:lnTo>
                  <a:pt x="244806" y="1717341"/>
                </a:lnTo>
                <a:lnTo>
                  <a:pt x="270004" y="1755640"/>
                </a:lnTo>
                <a:lnTo>
                  <a:pt x="296147" y="1792659"/>
                </a:lnTo>
                <a:lnTo>
                  <a:pt x="323196" y="1828389"/>
                </a:lnTo>
                <a:lnTo>
                  <a:pt x="351109" y="1862827"/>
                </a:lnTo>
                <a:lnTo>
                  <a:pt x="379845" y="1895966"/>
                </a:lnTo>
                <a:lnTo>
                  <a:pt x="409364" y="1927799"/>
                </a:lnTo>
                <a:lnTo>
                  <a:pt x="439623" y="1958323"/>
                </a:lnTo>
                <a:lnTo>
                  <a:pt x="470583" y="1987529"/>
                </a:lnTo>
                <a:lnTo>
                  <a:pt x="502202" y="2015414"/>
                </a:lnTo>
                <a:lnTo>
                  <a:pt x="534439" y="2041970"/>
                </a:lnTo>
                <a:lnTo>
                  <a:pt x="567253" y="2067192"/>
                </a:lnTo>
                <a:lnTo>
                  <a:pt x="600604" y="2091074"/>
                </a:lnTo>
                <a:lnTo>
                  <a:pt x="634450" y="2113611"/>
                </a:lnTo>
                <a:lnTo>
                  <a:pt x="668751" y="2134797"/>
                </a:lnTo>
                <a:lnTo>
                  <a:pt x="703465" y="2154625"/>
                </a:lnTo>
                <a:lnTo>
                  <a:pt x="738551" y="2173090"/>
                </a:lnTo>
                <a:lnTo>
                  <a:pt x="773969" y="2190186"/>
                </a:lnTo>
                <a:lnTo>
                  <a:pt x="809678" y="2205907"/>
                </a:lnTo>
                <a:lnTo>
                  <a:pt x="845636" y="2220248"/>
                </a:lnTo>
                <a:lnTo>
                  <a:pt x="881803" y="2233202"/>
                </a:lnTo>
                <a:lnTo>
                  <a:pt x="918137" y="2244764"/>
                </a:lnTo>
                <a:lnTo>
                  <a:pt x="991144" y="2263689"/>
                </a:lnTo>
                <a:lnTo>
                  <a:pt x="1064331" y="2276974"/>
                </a:lnTo>
                <a:lnTo>
                  <a:pt x="1137368" y="2284574"/>
                </a:lnTo>
                <a:lnTo>
                  <a:pt x="1209929" y="2286442"/>
                </a:lnTo>
                <a:lnTo>
                  <a:pt x="1245928" y="2285212"/>
                </a:lnTo>
                <a:lnTo>
                  <a:pt x="1317160" y="2278394"/>
                </a:lnTo>
                <a:lnTo>
                  <a:pt x="1387095" y="2265728"/>
                </a:lnTo>
                <a:lnTo>
                  <a:pt x="1455406" y="2247167"/>
                </a:lnTo>
                <a:lnTo>
                  <a:pt x="1521766" y="2222664"/>
                </a:lnTo>
                <a:lnTo>
                  <a:pt x="1585847" y="2192172"/>
                </a:lnTo>
                <a:lnTo>
                  <a:pt x="1619441" y="2172565"/>
                </a:lnTo>
                <a:lnTo>
                  <a:pt x="1651365" y="2150546"/>
                </a:lnTo>
                <a:lnTo>
                  <a:pt x="1681640" y="2126217"/>
                </a:lnTo>
                <a:lnTo>
                  <a:pt x="1710287" y="2099676"/>
                </a:lnTo>
                <a:lnTo>
                  <a:pt x="1737326" y="2071025"/>
                </a:lnTo>
                <a:lnTo>
                  <a:pt x="1762778" y="2040362"/>
                </a:lnTo>
                <a:lnTo>
                  <a:pt x="1786665" y="2007789"/>
                </a:lnTo>
                <a:lnTo>
                  <a:pt x="1809007" y="1973405"/>
                </a:lnTo>
                <a:lnTo>
                  <a:pt x="1829826" y="1937311"/>
                </a:lnTo>
                <a:lnTo>
                  <a:pt x="1849141" y="1899606"/>
                </a:lnTo>
                <a:lnTo>
                  <a:pt x="1866974" y="1860391"/>
                </a:lnTo>
                <a:lnTo>
                  <a:pt x="1883346" y="1819765"/>
                </a:lnTo>
                <a:lnTo>
                  <a:pt x="1898278" y="1777829"/>
                </a:lnTo>
                <a:lnTo>
                  <a:pt x="1911791" y="1734682"/>
                </a:lnTo>
                <a:lnTo>
                  <a:pt x="1923905" y="1690426"/>
                </a:lnTo>
                <a:lnTo>
                  <a:pt x="1934642" y="1645159"/>
                </a:lnTo>
                <a:lnTo>
                  <a:pt x="1944022" y="1598982"/>
                </a:lnTo>
                <a:lnTo>
                  <a:pt x="1952067" y="1551995"/>
                </a:lnTo>
                <a:lnTo>
                  <a:pt x="1958796" y="1504298"/>
                </a:lnTo>
                <a:lnTo>
                  <a:pt x="1964232" y="1455992"/>
                </a:lnTo>
                <a:lnTo>
                  <a:pt x="1968395" y="1407175"/>
                </a:lnTo>
                <a:lnTo>
                  <a:pt x="1971306" y="1357949"/>
                </a:lnTo>
                <a:lnTo>
                  <a:pt x="1972986" y="1308413"/>
                </a:lnTo>
                <a:lnTo>
                  <a:pt x="1973455" y="1258668"/>
                </a:lnTo>
                <a:lnTo>
                  <a:pt x="1972735" y="1208812"/>
                </a:lnTo>
                <a:lnTo>
                  <a:pt x="1970847" y="1158948"/>
                </a:lnTo>
                <a:lnTo>
                  <a:pt x="1967811" y="1109174"/>
                </a:lnTo>
                <a:lnTo>
                  <a:pt x="1963649" y="1059591"/>
                </a:lnTo>
                <a:lnTo>
                  <a:pt x="1958381" y="1010298"/>
                </a:lnTo>
                <a:lnTo>
                  <a:pt x="1952028" y="961397"/>
                </a:lnTo>
                <a:lnTo>
                  <a:pt x="1944611" y="912986"/>
                </a:lnTo>
                <a:lnTo>
                  <a:pt x="1936151" y="865166"/>
                </a:lnTo>
                <a:lnTo>
                  <a:pt x="1926670" y="818037"/>
                </a:lnTo>
                <a:lnTo>
                  <a:pt x="1916187" y="771699"/>
                </a:lnTo>
                <a:lnTo>
                  <a:pt x="1904724" y="726252"/>
                </a:lnTo>
                <a:lnTo>
                  <a:pt x="1892301" y="681797"/>
                </a:lnTo>
                <a:lnTo>
                  <a:pt x="1878940" y="638433"/>
                </a:lnTo>
                <a:lnTo>
                  <a:pt x="1864662" y="596260"/>
                </a:lnTo>
                <a:lnTo>
                  <a:pt x="1849487" y="555378"/>
                </a:lnTo>
                <a:lnTo>
                  <a:pt x="1833436" y="515889"/>
                </a:lnTo>
                <a:lnTo>
                  <a:pt x="1816530" y="477890"/>
                </a:lnTo>
                <a:lnTo>
                  <a:pt x="1798791" y="441483"/>
                </a:lnTo>
                <a:lnTo>
                  <a:pt x="1780238" y="406768"/>
                </a:lnTo>
                <a:lnTo>
                  <a:pt x="1760894" y="373845"/>
                </a:lnTo>
                <a:lnTo>
                  <a:pt x="1719912" y="313774"/>
                </a:lnTo>
                <a:lnTo>
                  <a:pt x="1676013" y="262070"/>
                </a:lnTo>
                <a:lnTo>
                  <a:pt x="1629364" y="219535"/>
                </a:lnTo>
                <a:lnTo>
                  <a:pt x="1580132" y="186969"/>
                </a:lnTo>
                <a:lnTo>
                  <a:pt x="1530516" y="161754"/>
                </a:lnTo>
                <a:lnTo>
                  <a:pt x="1475754" y="137102"/>
                </a:lnTo>
                <a:lnTo>
                  <a:pt x="1416381" y="113375"/>
                </a:lnTo>
                <a:lnTo>
                  <a:pt x="1352932" y="90933"/>
                </a:lnTo>
                <a:lnTo>
                  <a:pt x="1285944" y="70137"/>
                </a:lnTo>
                <a:lnTo>
                  <a:pt x="1215953" y="51348"/>
                </a:lnTo>
                <a:lnTo>
                  <a:pt x="1143494" y="34927"/>
                </a:lnTo>
                <a:lnTo>
                  <a:pt x="1069103" y="21233"/>
                </a:lnTo>
                <a:lnTo>
                  <a:pt x="1031350" y="15522"/>
                </a:lnTo>
                <a:lnTo>
                  <a:pt x="993316" y="10629"/>
                </a:lnTo>
                <a:lnTo>
                  <a:pt x="955067" y="6598"/>
                </a:lnTo>
                <a:lnTo>
                  <a:pt x="916669" y="3474"/>
                </a:lnTo>
                <a:lnTo>
                  <a:pt x="878191" y="1303"/>
                </a:lnTo>
                <a:lnTo>
                  <a:pt x="839699" y="130"/>
                </a:lnTo>
                <a:lnTo>
                  <a:pt x="801259" y="0"/>
                </a:lnTo>
                <a:close/>
              </a:path>
            </a:pathLst>
          </a:custGeom>
          <a:solidFill>
            <a:srgbClr val="F8A8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496094" y="2228557"/>
            <a:ext cx="2662555" cy="4060825"/>
          </a:xfrm>
          <a:custGeom>
            <a:avLst/>
            <a:gdLst/>
            <a:ahLst/>
            <a:cxnLst/>
            <a:rect l="l" t="t" r="r" b="b"/>
            <a:pathLst>
              <a:path w="2662554" h="4060825">
                <a:moveTo>
                  <a:pt x="1324998" y="0"/>
                </a:moveTo>
                <a:lnTo>
                  <a:pt x="1286004" y="1862"/>
                </a:lnTo>
                <a:lnTo>
                  <a:pt x="1248159" y="6851"/>
                </a:lnTo>
                <a:lnTo>
                  <a:pt x="1193766" y="20315"/>
                </a:lnTo>
                <a:lnTo>
                  <a:pt x="1142529" y="41118"/>
                </a:lnTo>
                <a:lnTo>
                  <a:pt x="1094788" y="69439"/>
                </a:lnTo>
                <a:lnTo>
                  <a:pt x="1050887" y="105461"/>
                </a:lnTo>
                <a:lnTo>
                  <a:pt x="1023922" y="133843"/>
                </a:lnTo>
                <a:lnTo>
                  <a:pt x="998916" y="165782"/>
                </a:lnTo>
                <a:lnTo>
                  <a:pt x="975972" y="201332"/>
                </a:lnTo>
                <a:lnTo>
                  <a:pt x="955191" y="240545"/>
                </a:lnTo>
                <a:lnTo>
                  <a:pt x="936673" y="283477"/>
                </a:lnTo>
                <a:lnTo>
                  <a:pt x="920522" y="330180"/>
                </a:lnTo>
                <a:lnTo>
                  <a:pt x="906837" y="380709"/>
                </a:lnTo>
                <a:lnTo>
                  <a:pt x="895721" y="435117"/>
                </a:lnTo>
                <a:lnTo>
                  <a:pt x="887274" y="493458"/>
                </a:lnTo>
                <a:lnTo>
                  <a:pt x="881599" y="555786"/>
                </a:lnTo>
                <a:lnTo>
                  <a:pt x="878796" y="622154"/>
                </a:lnTo>
                <a:lnTo>
                  <a:pt x="878503" y="656870"/>
                </a:lnTo>
                <a:lnTo>
                  <a:pt x="878967" y="692616"/>
                </a:lnTo>
                <a:lnTo>
                  <a:pt x="882375" y="793214"/>
                </a:lnTo>
                <a:lnTo>
                  <a:pt x="883318" y="855883"/>
                </a:lnTo>
                <a:lnTo>
                  <a:pt x="883066" y="917424"/>
                </a:lnTo>
                <a:lnTo>
                  <a:pt x="881652" y="977854"/>
                </a:lnTo>
                <a:lnTo>
                  <a:pt x="879113" y="1037191"/>
                </a:lnTo>
                <a:lnTo>
                  <a:pt x="875484" y="1095452"/>
                </a:lnTo>
                <a:lnTo>
                  <a:pt x="870801" y="1152655"/>
                </a:lnTo>
                <a:lnTo>
                  <a:pt x="865099" y="1208817"/>
                </a:lnTo>
                <a:lnTo>
                  <a:pt x="858414" y="1263956"/>
                </a:lnTo>
                <a:lnTo>
                  <a:pt x="850780" y="1318089"/>
                </a:lnTo>
                <a:lnTo>
                  <a:pt x="842235" y="1371233"/>
                </a:lnTo>
                <a:lnTo>
                  <a:pt x="832812" y="1423407"/>
                </a:lnTo>
                <a:lnTo>
                  <a:pt x="822548" y="1474627"/>
                </a:lnTo>
                <a:lnTo>
                  <a:pt x="811478" y="1524912"/>
                </a:lnTo>
                <a:lnTo>
                  <a:pt x="799638" y="1574278"/>
                </a:lnTo>
                <a:lnTo>
                  <a:pt x="787063" y="1622743"/>
                </a:lnTo>
                <a:lnTo>
                  <a:pt x="773788" y="1670325"/>
                </a:lnTo>
                <a:lnTo>
                  <a:pt x="759850" y="1717041"/>
                </a:lnTo>
                <a:lnTo>
                  <a:pt x="745283" y="1762908"/>
                </a:lnTo>
                <a:lnTo>
                  <a:pt x="730123" y="1807944"/>
                </a:lnTo>
                <a:lnTo>
                  <a:pt x="714405" y="1852167"/>
                </a:lnTo>
                <a:lnTo>
                  <a:pt x="698166" y="1895594"/>
                </a:lnTo>
                <a:lnTo>
                  <a:pt x="681440" y="1938242"/>
                </a:lnTo>
                <a:lnTo>
                  <a:pt x="664263" y="1980129"/>
                </a:lnTo>
                <a:lnTo>
                  <a:pt x="646670" y="2021273"/>
                </a:lnTo>
                <a:lnTo>
                  <a:pt x="628698" y="2061691"/>
                </a:lnTo>
                <a:lnTo>
                  <a:pt x="610380" y="2101400"/>
                </a:lnTo>
                <a:lnTo>
                  <a:pt x="591754" y="2140417"/>
                </a:lnTo>
                <a:lnTo>
                  <a:pt x="572855" y="2178762"/>
                </a:lnTo>
                <a:lnTo>
                  <a:pt x="553717" y="2216450"/>
                </a:lnTo>
                <a:lnTo>
                  <a:pt x="534377" y="2253499"/>
                </a:lnTo>
                <a:lnTo>
                  <a:pt x="514869" y="2289928"/>
                </a:lnTo>
                <a:lnTo>
                  <a:pt x="495230" y="2325753"/>
                </a:lnTo>
                <a:lnTo>
                  <a:pt x="475495" y="2360991"/>
                </a:lnTo>
                <a:lnTo>
                  <a:pt x="455700" y="2395661"/>
                </a:lnTo>
                <a:lnTo>
                  <a:pt x="435879" y="2429779"/>
                </a:lnTo>
                <a:lnTo>
                  <a:pt x="396304" y="2496433"/>
                </a:lnTo>
                <a:lnTo>
                  <a:pt x="337641" y="2592716"/>
                </a:lnTo>
                <a:lnTo>
                  <a:pt x="244099" y="2744495"/>
                </a:lnTo>
                <a:lnTo>
                  <a:pt x="208991" y="2802572"/>
                </a:lnTo>
                <a:lnTo>
                  <a:pt x="175628" y="2859353"/>
                </a:lnTo>
                <a:lnTo>
                  <a:pt x="144294" y="2914979"/>
                </a:lnTo>
                <a:lnTo>
                  <a:pt x="115273" y="2969588"/>
                </a:lnTo>
                <a:lnTo>
                  <a:pt x="88848" y="3023322"/>
                </a:lnTo>
                <a:lnTo>
                  <a:pt x="65305" y="3076319"/>
                </a:lnTo>
                <a:lnTo>
                  <a:pt x="44927" y="3128721"/>
                </a:lnTo>
                <a:lnTo>
                  <a:pt x="27997" y="3180665"/>
                </a:lnTo>
                <a:lnTo>
                  <a:pt x="14799" y="3232294"/>
                </a:lnTo>
                <a:lnTo>
                  <a:pt x="5619" y="3283745"/>
                </a:lnTo>
                <a:lnTo>
                  <a:pt x="738" y="3335160"/>
                </a:lnTo>
                <a:lnTo>
                  <a:pt x="0" y="3360898"/>
                </a:lnTo>
                <a:lnTo>
                  <a:pt x="442" y="3386679"/>
                </a:lnTo>
                <a:lnTo>
                  <a:pt x="5015" y="3438440"/>
                </a:lnTo>
                <a:lnTo>
                  <a:pt x="14740" y="3490584"/>
                </a:lnTo>
                <a:lnTo>
                  <a:pt x="29900" y="3543250"/>
                </a:lnTo>
                <a:lnTo>
                  <a:pt x="50781" y="3596580"/>
                </a:lnTo>
                <a:lnTo>
                  <a:pt x="77667" y="3650712"/>
                </a:lnTo>
                <a:lnTo>
                  <a:pt x="110840" y="3705786"/>
                </a:lnTo>
                <a:lnTo>
                  <a:pt x="150585" y="3761943"/>
                </a:lnTo>
                <a:lnTo>
                  <a:pt x="177691" y="3795856"/>
                </a:lnTo>
                <a:lnTo>
                  <a:pt x="205717" y="3827528"/>
                </a:lnTo>
                <a:lnTo>
                  <a:pt x="234627" y="3856997"/>
                </a:lnTo>
                <a:lnTo>
                  <a:pt x="264390" y="3884301"/>
                </a:lnTo>
                <a:lnTo>
                  <a:pt x="294972" y="3909479"/>
                </a:lnTo>
                <a:lnTo>
                  <a:pt x="326339" y="3932569"/>
                </a:lnTo>
                <a:lnTo>
                  <a:pt x="358459" y="3953608"/>
                </a:lnTo>
                <a:lnTo>
                  <a:pt x="424822" y="3989691"/>
                </a:lnTo>
                <a:lnTo>
                  <a:pt x="493795" y="4018033"/>
                </a:lnTo>
                <a:lnTo>
                  <a:pt x="565113" y="4038940"/>
                </a:lnTo>
                <a:lnTo>
                  <a:pt x="638510" y="4052719"/>
                </a:lnTo>
                <a:lnTo>
                  <a:pt x="713718" y="4059674"/>
                </a:lnTo>
                <a:lnTo>
                  <a:pt x="751919" y="4060689"/>
                </a:lnTo>
                <a:lnTo>
                  <a:pt x="790474" y="4060112"/>
                </a:lnTo>
                <a:lnTo>
                  <a:pt x="829348" y="4057983"/>
                </a:lnTo>
                <a:lnTo>
                  <a:pt x="868509" y="4054340"/>
                </a:lnTo>
                <a:lnTo>
                  <a:pt x="907924" y="4049220"/>
                </a:lnTo>
                <a:lnTo>
                  <a:pt x="947559" y="4042662"/>
                </a:lnTo>
                <a:lnTo>
                  <a:pt x="987382" y="4034704"/>
                </a:lnTo>
                <a:lnTo>
                  <a:pt x="1027358" y="4025384"/>
                </a:lnTo>
                <a:lnTo>
                  <a:pt x="1067454" y="4014742"/>
                </a:lnTo>
                <a:lnTo>
                  <a:pt x="1107639" y="4002814"/>
                </a:lnTo>
                <a:lnTo>
                  <a:pt x="1147877" y="3989639"/>
                </a:lnTo>
                <a:lnTo>
                  <a:pt x="1188136" y="3975256"/>
                </a:lnTo>
                <a:lnTo>
                  <a:pt x="1228383" y="3959702"/>
                </a:lnTo>
                <a:lnTo>
                  <a:pt x="1268584" y="3943017"/>
                </a:lnTo>
                <a:lnTo>
                  <a:pt x="1308706" y="3925237"/>
                </a:lnTo>
                <a:lnTo>
                  <a:pt x="1348716" y="3906402"/>
                </a:lnTo>
                <a:lnTo>
                  <a:pt x="1388581" y="3886549"/>
                </a:lnTo>
                <a:lnTo>
                  <a:pt x="1428267" y="3865718"/>
                </a:lnTo>
                <a:lnTo>
                  <a:pt x="1467741" y="3843945"/>
                </a:lnTo>
                <a:lnTo>
                  <a:pt x="1506970" y="3821269"/>
                </a:lnTo>
                <a:lnTo>
                  <a:pt x="1545920" y="3797730"/>
                </a:lnTo>
                <a:lnTo>
                  <a:pt x="1584559" y="3773364"/>
                </a:lnTo>
                <a:lnTo>
                  <a:pt x="1622853" y="3748210"/>
                </a:lnTo>
                <a:lnTo>
                  <a:pt x="1660769" y="3722306"/>
                </a:lnTo>
                <a:lnTo>
                  <a:pt x="1698274" y="3695691"/>
                </a:lnTo>
                <a:lnTo>
                  <a:pt x="1735334" y="3668403"/>
                </a:lnTo>
                <a:lnTo>
                  <a:pt x="1771916" y="3640479"/>
                </a:lnTo>
                <a:lnTo>
                  <a:pt x="1807987" y="3611959"/>
                </a:lnTo>
                <a:lnTo>
                  <a:pt x="1843514" y="3582881"/>
                </a:lnTo>
                <a:lnTo>
                  <a:pt x="1878463" y="3553282"/>
                </a:lnTo>
                <a:lnTo>
                  <a:pt x="1912801" y="3523201"/>
                </a:lnTo>
                <a:lnTo>
                  <a:pt x="1946495" y="3492677"/>
                </a:lnTo>
                <a:lnTo>
                  <a:pt x="1979511" y="3461747"/>
                </a:lnTo>
                <a:lnTo>
                  <a:pt x="2011817" y="3430449"/>
                </a:lnTo>
                <a:lnTo>
                  <a:pt x="2043379" y="3398823"/>
                </a:lnTo>
                <a:lnTo>
                  <a:pt x="2074164" y="3366906"/>
                </a:lnTo>
                <a:lnTo>
                  <a:pt x="2104139" y="3334736"/>
                </a:lnTo>
                <a:lnTo>
                  <a:pt x="2133270" y="3302352"/>
                </a:lnTo>
                <a:lnTo>
                  <a:pt x="2161524" y="3269792"/>
                </a:lnTo>
                <a:lnTo>
                  <a:pt x="2188868" y="3237094"/>
                </a:lnTo>
                <a:lnTo>
                  <a:pt x="2215269" y="3204296"/>
                </a:lnTo>
                <a:lnTo>
                  <a:pt x="2240693" y="3171437"/>
                </a:lnTo>
                <a:lnTo>
                  <a:pt x="2265107" y="3138555"/>
                </a:lnTo>
                <a:lnTo>
                  <a:pt x="2288478" y="3105688"/>
                </a:lnTo>
                <a:lnTo>
                  <a:pt x="2310772" y="3072874"/>
                </a:lnTo>
                <a:lnTo>
                  <a:pt x="2331957" y="3040152"/>
                </a:lnTo>
                <a:lnTo>
                  <a:pt x="2352000" y="3007560"/>
                </a:lnTo>
                <a:lnTo>
                  <a:pt x="2388522" y="2942918"/>
                </a:lnTo>
                <a:lnTo>
                  <a:pt x="2441108" y="2835870"/>
                </a:lnTo>
                <a:lnTo>
                  <a:pt x="2461097" y="2792562"/>
                </a:lnTo>
                <a:lnTo>
                  <a:pt x="2480055" y="2749337"/>
                </a:lnTo>
                <a:lnTo>
                  <a:pt x="2497995" y="2706201"/>
                </a:lnTo>
                <a:lnTo>
                  <a:pt x="2514929" y="2663163"/>
                </a:lnTo>
                <a:lnTo>
                  <a:pt x="2530869" y="2620227"/>
                </a:lnTo>
                <a:lnTo>
                  <a:pt x="2545829" y="2577402"/>
                </a:lnTo>
                <a:lnTo>
                  <a:pt x="2559822" y="2534694"/>
                </a:lnTo>
                <a:lnTo>
                  <a:pt x="2572859" y="2492109"/>
                </a:lnTo>
                <a:lnTo>
                  <a:pt x="2584954" y="2449654"/>
                </a:lnTo>
                <a:lnTo>
                  <a:pt x="2596119" y="2407336"/>
                </a:lnTo>
                <a:lnTo>
                  <a:pt x="2606366" y="2365162"/>
                </a:lnTo>
                <a:lnTo>
                  <a:pt x="2615710" y="2323139"/>
                </a:lnTo>
                <a:lnTo>
                  <a:pt x="2624161" y="2281272"/>
                </a:lnTo>
                <a:lnTo>
                  <a:pt x="2631734" y="2239569"/>
                </a:lnTo>
                <a:lnTo>
                  <a:pt x="2638440" y="2198037"/>
                </a:lnTo>
                <a:lnTo>
                  <a:pt x="2644293" y="2156681"/>
                </a:lnTo>
                <a:lnTo>
                  <a:pt x="2649304" y="2115510"/>
                </a:lnTo>
                <a:lnTo>
                  <a:pt x="2653487" y="2074530"/>
                </a:lnTo>
                <a:lnTo>
                  <a:pt x="2656855" y="2033747"/>
                </a:lnTo>
                <a:lnTo>
                  <a:pt x="2659419" y="1993168"/>
                </a:lnTo>
                <a:lnTo>
                  <a:pt x="2661193" y="1952799"/>
                </a:lnTo>
                <a:lnTo>
                  <a:pt x="2662189" y="1912649"/>
                </a:lnTo>
                <a:lnTo>
                  <a:pt x="2662421" y="1872722"/>
                </a:lnTo>
                <a:lnTo>
                  <a:pt x="2661900" y="1833027"/>
                </a:lnTo>
                <a:lnTo>
                  <a:pt x="2660639" y="1793569"/>
                </a:lnTo>
                <a:lnTo>
                  <a:pt x="2658652" y="1754356"/>
                </a:lnTo>
                <a:lnTo>
                  <a:pt x="2655950" y="1715393"/>
                </a:lnTo>
                <a:lnTo>
                  <a:pt x="2652547" y="1676689"/>
                </a:lnTo>
                <a:lnTo>
                  <a:pt x="2648454" y="1638249"/>
                </a:lnTo>
                <a:lnTo>
                  <a:pt x="2643686" y="1600080"/>
                </a:lnTo>
                <a:lnTo>
                  <a:pt x="2638253" y="1562190"/>
                </a:lnTo>
                <a:lnTo>
                  <a:pt x="2625449" y="1487269"/>
                </a:lnTo>
                <a:lnTo>
                  <a:pt x="2610143" y="1413541"/>
                </a:lnTo>
                <a:lnTo>
                  <a:pt x="2592435" y="1341060"/>
                </a:lnTo>
                <a:lnTo>
                  <a:pt x="2572429" y="1269878"/>
                </a:lnTo>
                <a:lnTo>
                  <a:pt x="2550224" y="1200050"/>
                </a:lnTo>
                <a:lnTo>
                  <a:pt x="2525923" y="1131630"/>
                </a:lnTo>
                <a:lnTo>
                  <a:pt x="2499627" y="1064670"/>
                </a:lnTo>
                <a:lnTo>
                  <a:pt x="2471437" y="999226"/>
                </a:lnTo>
                <a:lnTo>
                  <a:pt x="2441454" y="935350"/>
                </a:lnTo>
                <a:lnTo>
                  <a:pt x="2409781" y="873097"/>
                </a:lnTo>
                <a:lnTo>
                  <a:pt x="2376518" y="812520"/>
                </a:lnTo>
                <a:lnTo>
                  <a:pt x="2341768" y="753672"/>
                </a:lnTo>
                <a:lnTo>
                  <a:pt x="2305630" y="696609"/>
                </a:lnTo>
                <a:lnTo>
                  <a:pt x="2268208" y="641382"/>
                </a:lnTo>
                <a:lnTo>
                  <a:pt x="2229601" y="588047"/>
                </a:lnTo>
                <a:lnTo>
                  <a:pt x="2189912" y="536656"/>
                </a:lnTo>
                <a:lnTo>
                  <a:pt x="2149242" y="487264"/>
                </a:lnTo>
                <a:lnTo>
                  <a:pt x="2107693" y="439924"/>
                </a:lnTo>
                <a:lnTo>
                  <a:pt x="2065365" y="394691"/>
                </a:lnTo>
                <a:lnTo>
                  <a:pt x="2022361" y="351617"/>
                </a:lnTo>
                <a:lnTo>
                  <a:pt x="1978781" y="310756"/>
                </a:lnTo>
                <a:lnTo>
                  <a:pt x="1934727" y="272162"/>
                </a:lnTo>
                <a:lnTo>
                  <a:pt x="1890300" y="235890"/>
                </a:lnTo>
                <a:lnTo>
                  <a:pt x="1845603" y="201992"/>
                </a:lnTo>
                <a:lnTo>
                  <a:pt x="1800736" y="170523"/>
                </a:lnTo>
                <a:lnTo>
                  <a:pt x="1755800" y="141535"/>
                </a:lnTo>
                <a:lnTo>
                  <a:pt x="1710898" y="115084"/>
                </a:lnTo>
                <a:lnTo>
                  <a:pt x="1666130" y="91222"/>
                </a:lnTo>
                <a:lnTo>
                  <a:pt x="1621598" y="70003"/>
                </a:lnTo>
                <a:lnTo>
                  <a:pt x="1577403" y="51482"/>
                </a:lnTo>
                <a:lnTo>
                  <a:pt x="1533647" y="35711"/>
                </a:lnTo>
                <a:lnTo>
                  <a:pt x="1490431" y="22745"/>
                </a:lnTo>
                <a:lnTo>
                  <a:pt x="1447857" y="12637"/>
                </a:lnTo>
                <a:lnTo>
                  <a:pt x="1406026" y="5441"/>
                </a:lnTo>
                <a:lnTo>
                  <a:pt x="1365039" y="1210"/>
                </a:lnTo>
                <a:lnTo>
                  <a:pt x="1344894" y="224"/>
                </a:lnTo>
                <a:lnTo>
                  <a:pt x="1324998" y="0"/>
                </a:lnTo>
                <a:close/>
              </a:path>
            </a:pathLst>
          </a:custGeom>
          <a:solidFill>
            <a:srgbClr val="FF6F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197903" y="294161"/>
            <a:ext cx="3357879" cy="2375535"/>
          </a:xfrm>
          <a:custGeom>
            <a:avLst/>
            <a:gdLst/>
            <a:ahLst/>
            <a:cxnLst/>
            <a:rect l="l" t="t" r="r" b="b"/>
            <a:pathLst>
              <a:path w="3357879" h="2375535">
                <a:moveTo>
                  <a:pt x="3048720" y="2281779"/>
                </a:moveTo>
                <a:lnTo>
                  <a:pt x="3085283" y="2258176"/>
                </a:lnTo>
                <a:lnTo>
                  <a:pt x="3119298" y="2233202"/>
                </a:lnTo>
                <a:lnTo>
                  <a:pt x="3150815" y="2206911"/>
                </a:lnTo>
                <a:lnTo>
                  <a:pt x="3179883" y="2179356"/>
                </a:lnTo>
                <a:lnTo>
                  <a:pt x="3206552" y="2150589"/>
                </a:lnTo>
                <a:lnTo>
                  <a:pt x="3230871" y="2120664"/>
                </a:lnTo>
                <a:lnTo>
                  <a:pt x="3272657" y="2057551"/>
                </a:lnTo>
                <a:lnTo>
                  <a:pt x="3305635" y="1990442"/>
                </a:lnTo>
                <a:lnTo>
                  <a:pt x="3330201" y="1919762"/>
                </a:lnTo>
                <a:lnTo>
                  <a:pt x="3346749" y="1845934"/>
                </a:lnTo>
                <a:lnTo>
                  <a:pt x="3352140" y="1807972"/>
                </a:lnTo>
                <a:lnTo>
                  <a:pt x="3355674" y="1769384"/>
                </a:lnTo>
                <a:lnTo>
                  <a:pt x="3357401" y="1730220"/>
                </a:lnTo>
                <a:lnTo>
                  <a:pt x="3357371" y="1690535"/>
                </a:lnTo>
                <a:lnTo>
                  <a:pt x="3355632" y="1650382"/>
                </a:lnTo>
                <a:lnTo>
                  <a:pt x="3352234" y="1609814"/>
                </a:lnTo>
                <a:lnTo>
                  <a:pt x="3347227" y="1568883"/>
                </a:lnTo>
                <a:lnTo>
                  <a:pt x="3340660" y="1527643"/>
                </a:lnTo>
                <a:lnTo>
                  <a:pt x="3332581" y="1486147"/>
                </a:lnTo>
                <a:lnTo>
                  <a:pt x="3323042" y="1444448"/>
                </a:lnTo>
                <a:lnTo>
                  <a:pt x="3312090" y="1402600"/>
                </a:lnTo>
                <a:lnTo>
                  <a:pt x="3299775" y="1360654"/>
                </a:lnTo>
                <a:lnTo>
                  <a:pt x="3286147" y="1318665"/>
                </a:lnTo>
                <a:lnTo>
                  <a:pt x="3271255" y="1276684"/>
                </a:lnTo>
                <a:lnTo>
                  <a:pt x="3255148" y="1234767"/>
                </a:lnTo>
                <a:lnTo>
                  <a:pt x="3237876" y="1192964"/>
                </a:lnTo>
                <a:lnTo>
                  <a:pt x="3219487" y="1151330"/>
                </a:lnTo>
                <a:lnTo>
                  <a:pt x="3200032" y="1109918"/>
                </a:lnTo>
                <a:lnTo>
                  <a:pt x="3179560" y="1068780"/>
                </a:lnTo>
                <a:lnTo>
                  <a:pt x="3158120" y="1027970"/>
                </a:lnTo>
                <a:lnTo>
                  <a:pt x="3135762" y="987541"/>
                </a:lnTo>
                <a:lnTo>
                  <a:pt x="3112534" y="947546"/>
                </a:lnTo>
                <a:lnTo>
                  <a:pt x="3088486" y="908037"/>
                </a:lnTo>
                <a:lnTo>
                  <a:pt x="3063668" y="869069"/>
                </a:lnTo>
                <a:lnTo>
                  <a:pt x="3038129" y="830693"/>
                </a:lnTo>
                <a:lnTo>
                  <a:pt x="3011918" y="792964"/>
                </a:lnTo>
                <a:lnTo>
                  <a:pt x="2985085" y="755934"/>
                </a:lnTo>
                <a:lnTo>
                  <a:pt x="2957679" y="719656"/>
                </a:lnTo>
                <a:lnTo>
                  <a:pt x="2929749" y="684184"/>
                </a:lnTo>
                <a:lnTo>
                  <a:pt x="2901344" y="649570"/>
                </a:lnTo>
                <a:lnTo>
                  <a:pt x="2872515" y="615867"/>
                </a:lnTo>
                <a:lnTo>
                  <a:pt x="2843310" y="583129"/>
                </a:lnTo>
                <a:lnTo>
                  <a:pt x="2813779" y="551409"/>
                </a:lnTo>
                <a:lnTo>
                  <a:pt x="2783971" y="520759"/>
                </a:lnTo>
                <a:lnTo>
                  <a:pt x="2753935" y="491233"/>
                </a:lnTo>
                <a:lnTo>
                  <a:pt x="2723721" y="462884"/>
                </a:lnTo>
                <a:lnTo>
                  <a:pt x="2693379" y="435765"/>
                </a:lnTo>
                <a:lnTo>
                  <a:pt x="2662957" y="409928"/>
                </a:lnTo>
                <a:lnTo>
                  <a:pt x="2632505" y="385428"/>
                </a:lnTo>
                <a:lnTo>
                  <a:pt x="2602072" y="362317"/>
                </a:lnTo>
                <a:lnTo>
                  <a:pt x="2541462" y="320474"/>
                </a:lnTo>
                <a:lnTo>
                  <a:pt x="2511383" y="301849"/>
                </a:lnTo>
                <a:lnTo>
                  <a:pt x="2470745" y="276620"/>
                </a:lnTo>
                <a:lnTo>
                  <a:pt x="2430068" y="252612"/>
                </a:lnTo>
                <a:lnTo>
                  <a:pt x="2389364" y="229811"/>
                </a:lnTo>
                <a:lnTo>
                  <a:pt x="2348644" y="208198"/>
                </a:lnTo>
                <a:lnTo>
                  <a:pt x="2307918" y="187759"/>
                </a:lnTo>
                <a:lnTo>
                  <a:pt x="2267198" y="168476"/>
                </a:lnTo>
                <a:lnTo>
                  <a:pt x="2226495" y="150333"/>
                </a:lnTo>
                <a:lnTo>
                  <a:pt x="2185820" y="133314"/>
                </a:lnTo>
                <a:lnTo>
                  <a:pt x="2145183" y="117402"/>
                </a:lnTo>
                <a:lnTo>
                  <a:pt x="2104597" y="102581"/>
                </a:lnTo>
                <a:lnTo>
                  <a:pt x="2064072" y="88834"/>
                </a:lnTo>
                <a:lnTo>
                  <a:pt x="2023619" y="76146"/>
                </a:lnTo>
                <a:lnTo>
                  <a:pt x="1983249" y="64499"/>
                </a:lnTo>
                <a:lnTo>
                  <a:pt x="1942974" y="53877"/>
                </a:lnTo>
                <a:lnTo>
                  <a:pt x="1902804" y="44263"/>
                </a:lnTo>
                <a:lnTo>
                  <a:pt x="1862751" y="35642"/>
                </a:lnTo>
                <a:lnTo>
                  <a:pt x="1822825" y="27997"/>
                </a:lnTo>
                <a:lnTo>
                  <a:pt x="1783037" y="21312"/>
                </a:lnTo>
                <a:lnTo>
                  <a:pt x="1743399" y="15569"/>
                </a:lnTo>
                <a:lnTo>
                  <a:pt x="1703922" y="10753"/>
                </a:lnTo>
                <a:lnTo>
                  <a:pt x="1664617" y="6848"/>
                </a:lnTo>
                <a:lnTo>
                  <a:pt x="1625495" y="3836"/>
                </a:lnTo>
                <a:lnTo>
                  <a:pt x="1586566" y="1702"/>
                </a:lnTo>
                <a:lnTo>
                  <a:pt x="1547843" y="428"/>
                </a:lnTo>
                <a:lnTo>
                  <a:pt x="1509335" y="0"/>
                </a:lnTo>
                <a:lnTo>
                  <a:pt x="1471055" y="399"/>
                </a:lnTo>
                <a:lnTo>
                  <a:pt x="1395220" y="3616"/>
                </a:lnTo>
                <a:lnTo>
                  <a:pt x="1320426" y="9949"/>
                </a:lnTo>
                <a:lnTo>
                  <a:pt x="1246763" y="19267"/>
                </a:lnTo>
                <a:lnTo>
                  <a:pt x="1174317" y="31437"/>
                </a:lnTo>
                <a:lnTo>
                  <a:pt x="1103179" y="46329"/>
                </a:lnTo>
                <a:lnTo>
                  <a:pt x="1033436" y="63811"/>
                </a:lnTo>
                <a:lnTo>
                  <a:pt x="965177" y="83752"/>
                </a:lnTo>
                <a:lnTo>
                  <a:pt x="898491" y="106021"/>
                </a:lnTo>
                <a:lnTo>
                  <a:pt x="833466" y="130486"/>
                </a:lnTo>
                <a:lnTo>
                  <a:pt x="770190" y="157016"/>
                </a:lnTo>
                <a:lnTo>
                  <a:pt x="708753" y="185480"/>
                </a:lnTo>
                <a:lnTo>
                  <a:pt x="649242" y="215745"/>
                </a:lnTo>
                <a:lnTo>
                  <a:pt x="591747" y="247682"/>
                </a:lnTo>
                <a:lnTo>
                  <a:pt x="536355" y="281159"/>
                </a:lnTo>
                <a:lnTo>
                  <a:pt x="483156" y="316043"/>
                </a:lnTo>
                <a:lnTo>
                  <a:pt x="432238" y="352205"/>
                </a:lnTo>
                <a:lnTo>
                  <a:pt x="383689" y="389512"/>
                </a:lnTo>
                <a:lnTo>
                  <a:pt x="337598" y="427834"/>
                </a:lnTo>
                <a:lnTo>
                  <a:pt x="294054" y="467038"/>
                </a:lnTo>
                <a:lnTo>
                  <a:pt x="253145" y="506994"/>
                </a:lnTo>
                <a:lnTo>
                  <a:pt x="214959" y="547570"/>
                </a:lnTo>
                <a:lnTo>
                  <a:pt x="179586" y="588635"/>
                </a:lnTo>
                <a:lnTo>
                  <a:pt x="147113" y="630058"/>
                </a:lnTo>
                <a:lnTo>
                  <a:pt x="117630" y="671707"/>
                </a:lnTo>
                <a:lnTo>
                  <a:pt x="91224" y="713451"/>
                </a:lnTo>
                <a:lnTo>
                  <a:pt x="67985" y="755159"/>
                </a:lnTo>
                <a:lnTo>
                  <a:pt x="48000" y="796699"/>
                </a:lnTo>
                <a:lnTo>
                  <a:pt x="31359" y="837940"/>
                </a:lnTo>
                <a:lnTo>
                  <a:pt x="18150" y="878750"/>
                </a:lnTo>
                <a:lnTo>
                  <a:pt x="8461" y="918999"/>
                </a:lnTo>
                <a:lnTo>
                  <a:pt x="2382" y="958554"/>
                </a:lnTo>
                <a:lnTo>
                  <a:pt x="0" y="997286"/>
                </a:lnTo>
                <a:lnTo>
                  <a:pt x="223" y="1016301"/>
                </a:lnTo>
                <a:lnTo>
                  <a:pt x="6682" y="1071749"/>
                </a:lnTo>
                <a:lnTo>
                  <a:pt x="22059" y="1124456"/>
                </a:lnTo>
                <a:lnTo>
                  <a:pt x="46652" y="1173979"/>
                </a:lnTo>
                <a:lnTo>
                  <a:pt x="80759" y="1219873"/>
                </a:lnTo>
                <a:lnTo>
                  <a:pt x="108932" y="1248235"/>
                </a:lnTo>
                <a:lnTo>
                  <a:pt x="141554" y="1274656"/>
                </a:lnTo>
                <a:lnTo>
                  <a:pt x="178715" y="1299006"/>
                </a:lnTo>
                <a:lnTo>
                  <a:pt x="220503" y="1321151"/>
                </a:lnTo>
                <a:lnTo>
                  <a:pt x="267007" y="1340962"/>
                </a:lnTo>
                <a:lnTo>
                  <a:pt x="318315" y="1358307"/>
                </a:lnTo>
                <a:lnTo>
                  <a:pt x="374517" y="1373055"/>
                </a:lnTo>
                <a:lnTo>
                  <a:pt x="435699" y="1385073"/>
                </a:lnTo>
                <a:lnTo>
                  <a:pt x="501952" y="1394232"/>
                </a:lnTo>
                <a:lnTo>
                  <a:pt x="573363" y="1400399"/>
                </a:lnTo>
                <a:lnTo>
                  <a:pt x="636722" y="1405070"/>
                </a:lnTo>
                <a:lnTo>
                  <a:pt x="698589" y="1411036"/>
                </a:lnTo>
                <a:lnTo>
                  <a:pt x="758993" y="1418249"/>
                </a:lnTo>
                <a:lnTo>
                  <a:pt x="817964" y="1426663"/>
                </a:lnTo>
                <a:lnTo>
                  <a:pt x="875530" y="1436232"/>
                </a:lnTo>
                <a:lnTo>
                  <a:pt x="931723" y="1446908"/>
                </a:lnTo>
                <a:lnTo>
                  <a:pt x="986570" y="1458645"/>
                </a:lnTo>
                <a:lnTo>
                  <a:pt x="1040102" y="1471397"/>
                </a:lnTo>
                <a:lnTo>
                  <a:pt x="1092348" y="1485116"/>
                </a:lnTo>
                <a:lnTo>
                  <a:pt x="1143337" y="1499756"/>
                </a:lnTo>
                <a:lnTo>
                  <a:pt x="1193099" y="1515271"/>
                </a:lnTo>
                <a:lnTo>
                  <a:pt x="1241664" y="1531613"/>
                </a:lnTo>
                <a:lnTo>
                  <a:pt x="1289061" y="1548736"/>
                </a:lnTo>
                <a:lnTo>
                  <a:pt x="1335319" y="1566594"/>
                </a:lnTo>
                <a:lnTo>
                  <a:pt x="1380469" y="1585140"/>
                </a:lnTo>
                <a:lnTo>
                  <a:pt x="1424538" y="1604327"/>
                </a:lnTo>
                <a:lnTo>
                  <a:pt x="1467558" y="1624108"/>
                </a:lnTo>
                <a:lnTo>
                  <a:pt x="1509557" y="1644437"/>
                </a:lnTo>
                <a:lnTo>
                  <a:pt x="1550565" y="1665267"/>
                </a:lnTo>
                <a:lnTo>
                  <a:pt x="1590611" y="1686552"/>
                </a:lnTo>
                <a:lnTo>
                  <a:pt x="1629726" y="1708244"/>
                </a:lnTo>
                <a:lnTo>
                  <a:pt x="1667938" y="1730298"/>
                </a:lnTo>
                <a:lnTo>
                  <a:pt x="1705276" y="1752666"/>
                </a:lnTo>
                <a:lnTo>
                  <a:pt x="1741771" y="1775302"/>
                </a:lnTo>
                <a:lnTo>
                  <a:pt x="1777452" y="1798160"/>
                </a:lnTo>
                <a:lnTo>
                  <a:pt x="1812348" y="1821192"/>
                </a:lnTo>
                <a:lnTo>
                  <a:pt x="1846489" y="1844351"/>
                </a:lnTo>
                <a:lnTo>
                  <a:pt x="1879904" y="1867592"/>
                </a:lnTo>
                <a:lnTo>
                  <a:pt x="1912623" y="1890868"/>
                </a:lnTo>
                <a:lnTo>
                  <a:pt x="1944676" y="1914132"/>
                </a:lnTo>
                <a:lnTo>
                  <a:pt x="1976091" y="1937336"/>
                </a:lnTo>
                <a:lnTo>
                  <a:pt x="2006899" y="1960436"/>
                </a:lnTo>
                <a:lnTo>
                  <a:pt x="2066808" y="2006132"/>
                </a:lnTo>
                <a:lnTo>
                  <a:pt x="2124641" y="2050847"/>
                </a:lnTo>
                <a:lnTo>
                  <a:pt x="2152852" y="2072720"/>
                </a:lnTo>
                <a:lnTo>
                  <a:pt x="2180633" y="2094207"/>
                </a:lnTo>
                <a:lnTo>
                  <a:pt x="2235019" y="2135840"/>
                </a:lnTo>
                <a:lnTo>
                  <a:pt x="2288036" y="2175371"/>
                </a:lnTo>
                <a:lnTo>
                  <a:pt x="2339920" y="2212428"/>
                </a:lnTo>
                <a:lnTo>
                  <a:pt x="2390906" y="2246637"/>
                </a:lnTo>
                <a:lnTo>
                  <a:pt x="2441231" y="2277626"/>
                </a:lnTo>
                <a:lnTo>
                  <a:pt x="2491130" y="2305021"/>
                </a:lnTo>
                <a:lnTo>
                  <a:pt x="2540839" y="2328448"/>
                </a:lnTo>
                <a:lnTo>
                  <a:pt x="2590595" y="2347535"/>
                </a:lnTo>
                <a:lnTo>
                  <a:pt x="2640633" y="2361908"/>
                </a:lnTo>
                <a:lnTo>
                  <a:pt x="2691188" y="2371194"/>
                </a:lnTo>
                <a:lnTo>
                  <a:pt x="2742498" y="2375019"/>
                </a:lnTo>
                <a:lnTo>
                  <a:pt x="2768509" y="2374768"/>
                </a:lnTo>
                <a:lnTo>
                  <a:pt x="2821392" y="2369703"/>
                </a:lnTo>
                <a:lnTo>
                  <a:pt x="2875619" y="2358246"/>
                </a:lnTo>
                <a:lnTo>
                  <a:pt x="2931425" y="2340021"/>
                </a:lnTo>
                <a:lnTo>
                  <a:pt x="2989047" y="2314657"/>
                </a:lnTo>
                <a:lnTo>
                  <a:pt x="3018612" y="2299180"/>
                </a:lnTo>
                <a:lnTo>
                  <a:pt x="3048720" y="2281779"/>
                </a:lnTo>
                <a:close/>
              </a:path>
            </a:pathLst>
          </a:custGeom>
          <a:ln w="38100">
            <a:solidFill>
              <a:srgbClr val="0071A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715125" y="3838575"/>
            <a:ext cx="857250" cy="38100"/>
          </a:xfrm>
          <a:custGeom>
            <a:avLst/>
            <a:gdLst/>
            <a:ahLst/>
            <a:cxnLst/>
            <a:rect l="l" t="t" r="r" b="b"/>
            <a:pathLst>
              <a:path w="857250" h="38100">
                <a:moveTo>
                  <a:pt x="0" y="38100"/>
                </a:moveTo>
                <a:lnTo>
                  <a:pt x="857250" y="38100"/>
                </a:lnTo>
                <a:lnTo>
                  <a:pt x="857250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A773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691626" y="3838575"/>
            <a:ext cx="576580" cy="38100"/>
          </a:xfrm>
          <a:custGeom>
            <a:avLst/>
            <a:gdLst/>
            <a:ahLst/>
            <a:cxnLst/>
            <a:rect l="l" t="t" r="r" b="b"/>
            <a:pathLst>
              <a:path w="576579" h="38100">
                <a:moveTo>
                  <a:pt x="0" y="38100"/>
                </a:moveTo>
                <a:lnTo>
                  <a:pt x="576199" y="38100"/>
                </a:lnTo>
                <a:lnTo>
                  <a:pt x="576199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00CE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125075" y="3838575"/>
            <a:ext cx="847725" cy="38100"/>
          </a:xfrm>
          <a:custGeom>
            <a:avLst/>
            <a:gdLst/>
            <a:ahLst/>
            <a:cxnLst/>
            <a:rect l="l" t="t" r="r" b="b"/>
            <a:pathLst>
              <a:path w="847725" h="38100">
                <a:moveTo>
                  <a:pt x="0" y="38100"/>
                </a:moveTo>
                <a:lnTo>
                  <a:pt x="847725" y="38100"/>
                </a:lnTo>
                <a:lnTo>
                  <a:pt x="847725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FDD5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9267825" y="3838575"/>
            <a:ext cx="857250" cy="38100"/>
          </a:xfrm>
          <a:custGeom>
            <a:avLst/>
            <a:gdLst/>
            <a:ahLst/>
            <a:cxnLst/>
            <a:rect l="l" t="t" r="r" b="b"/>
            <a:pathLst>
              <a:path w="857250" h="38100">
                <a:moveTo>
                  <a:pt x="0" y="38100"/>
                </a:moveTo>
                <a:lnTo>
                  <a:pt x="857250" y="38100"/>
                </a:lnTo>
                <a:lnTo>
                  <a:pt x="857250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F8A8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7572375" y="3838575"/>
            <a:ext cx="271780" cy="38100"/>
          </a:xfrm>
          <a:custGeom>
            <a:avLst/>
            <a:gdLst/>
            <a:ahLst/>
            <a:cxnLst/>
            <a:rect l="l" t="t" r="r" b="b"/>
            <a:pathLst>
              <a:path w="271779" h="38100">
                <a:moveTo>
                  <a:pt x="0" y="38100"/>
                </a:moveTo>
                <a:lnTo>
                  <a:pt x="271525" y="38100"/>
                </a:lnTo>
                <a:lnTo>
                  <a:pt x="271525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FF6F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157601" y="14287"/>
            <a:ext cx="3314700" cy="6829425"/>
          </a:xfrm>
          <a:custGeom>
            <a:avLst/>
            <a:gdLst/>
            <a:ahLst/>
            <a:cxnLst/>
            <a:rect l="l" t="t" r="r" b="b"/>
            <a:pathLst>
              <a:path w="3314700" h="6829425">
                <a:moveTo>
                  <a:pt x="3314700" y="0"/>
                </a:moveTo>
                <a:lnTo>
                  <a:pt x="0" y="0"/>
                </a:lnTo>
                <a:lnTo>
                  <a:pt x="0" y="6829425"/>
                </a:lnTo>
                <a:lnTo>
                  <a:pt x="3314700" y="6829425"/>
                </a:lnTo>
                <a:lnTo>
                  <a:pt x="33147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157601" y="14287"/>
            <a:ext cx="3314700" cy="6829425"/>
          </a:xfrm>
          <a:custGeom>
            <a:avLst/>
            <a:gdLst/>
            <a:ahLst/>
            <a:cxnLst/>
            <a:rect l="l" t="t" r="r" b="b"/>
            <a:pathLst>
              <a:path w="3314700" h="6829425">
                <a:moveTo>
                  <a:pt x="0" y="6829425"/>
                </a:moveTo>
                <a:lnTo>
                  <a:pt x="3314700" y="6829425"/>
                </a:lnTo>
                <a:lnTo>
                  <a:pt x="3314700" y="0"/>
                </a:lnTo>
                <a:lnTo>
                  <a:pt x="0" y="0"/>
                </a:lnTo>
                <a:lnTo>
                  <a:pt x="0" y="6829425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6614" y="597852"/>
            <a:ext cx="10478770" cy="14296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65822" y="1823021"/>
            <a:ext cx="5652134" cy="1761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904875" y="3790950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0" y="38100"/>
                </a:moveTo>
                <a:lnTo>
                  <a:pt x="952500" y="38100"/>
                </a:lnTo>
                <a:lnTo>
                  <a:pt x="952500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A773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19400" y="3790950"/>
            <a:ext cx="962025" cy="38100"/>
          </a:xfrm>
          <a:custGeom>
            <a:avLst/>
            <a:gdLst/>
            <a:ahLst/>
            <a:cxnLst/>
            <a:rect l="l" t="t" r="r" b="b"/>
            <a:pathLst>
              <a:path w="962025" h="38100">
                <a:moveTo>
                  <a:pt x="0" y="38100"/>
                </a:moveTo>
                <a:lnTo>
                  <a:pt x="962025" y="38100"/>
                </a:lnTo>
                <a:lnTo>
                  <a:pt x="962025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00CEE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3781425" y="3790950"/>
            <a:ext cx="1905000" cy="38100"/>
            <a:chOff x="3781425" y="3790950"/>
            <a:chExt cx="1905000" cy="38100"/>
          </a:xfrm>
        </p:grpSpPr>
        <p:sp>
          <p:nvSpPr>
            <p:cNvPr id="9" name="object 9"/>
            <p:cNvSpPr/>
            <p:nvPr/>
          </p:nvSpPr>
          <p:spPr>
            <a:xfrm>
              <a:off x="4733925" y="3790950"/>
              <a:ext cx="952500" cy="38100"/>
            </a:xfrm>
            <a:custGeom>
              <a:avLst/>
              <a:gdLst/>
              <a:ahLst/>
              <a:cxnLst/>
              <a:rect l="l" t="t" r="r" b="b"/>
              <a:pathLst>
                <a:path w="952500" h="38100">
                  <a:moveTo>
                    <a:pt x="0" y="38100"/>
                  </a:moveTo>
                  <a:lnTo>
                    <a:pt x="952500" y="38100"/>
                  </a:lnTo>
                  <a:lnTo>
                    <a:pt x="952500" y="0"/>
                  </a:lnTo>
                  <a:lnTo>
                    <a:pt x="0" y="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DD5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81425" y="3790950"/>
              <a:ext cx="952500" cy="38100"/>
            </a:xfrm>
            <a:custGeom>
              <a:avLst/>
              <a:gdLst/>
              <a:ahLst/>
              <a:cxnLst/>
              <a:rect l="l" t="t" r="r" b="b"/>
              <a:pathLst>
                <a:path w="952500" h="38100">
                  <a:moveTo>
                    <a:pt x="0" y="38100"/>
                  </a:moveTo>
                  <a:lnTo>
                    <a:pt x="952500" y="38100"/>
                  </a:lnTo>
                  <a:lnTo>
                    <a:pt x="952500" y="0"/>
                  </a:lnTo>
                  <a:lnTo>
                    <a:pt x="0" y="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8A8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1866900" y="3790950"/>
            <a:ext cx="952500" cy="38100"/>
          </a:xfrm>
          <a:custGeom>
            <a:avLst/>
            <a:gdLst/>
            <a:ahLst/>
            <a:cxnLst/>
            <a:rect l="l" t="t" r="r" b="b"/>
            <a:pathLst>
              <a:path w="952500" h="38100">
                <a:moveTo>
                  <a:pt x="0" y="38100"/>
                </a:moveTo>
                <a:lnTo>
                  <a:pt x="952500" y="38100"/>
                </a:lnTo>
                <a:lnTo>
                  <a:pt x="952500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FF6F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2700" marR="5080">
              <a:lnSpc>
                <a:spcPts val="6459"/>
              </a:lnSpc>
              <a:spcBef>
                <a:spcPts val="940"/>
              </a:spcBef>
            </a:pPr>
            <a:r>
              <a:rPr spc="-285"/>
              <a:t>Turf-</a:t>
            </a:r>
            <a:r>
              <a:rPr spc="-120"/>
              <a:t>Kick:</a:t>
            </a:r>
            <a:r>
              <a:rPr spc="-220"/>
              <a:t> </a:t>
            </a:r>
            <a:r>
              <a:rPr spc="140"/>
              <a:t>A</a:t>
            </a:r>
            <a:r>
              <a:rPr spc="-175"/>
              <a:t> </a:t>
            </a:r>
            <a:r>
              <a:rPr spc="-20"/>
              <a:t>turf </a:t>
            </a:r>
            <a:r>
              <a:t>booking</a:t>
            </a:r>
            <a:r>
              <a:rPr spc="-70"/>
              <a:t> </a:t>
            </a:r>
            <a:r>
              <a:rPr spc="-85"/>
              <a:t>platform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65822" y="3954222"/>
            <a:ext cx="2658745" cy="1769110"/>
          </a:xfrm>
          <a:prstGeom prst="rect">
            <a:avLst/>
          </a:prstGeom>
        </p:spPr>
        <p:txBody>
          <a:bodyPr vert="horz" wrap="square" lIns="0" tIns="173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2400" b="1" spc="-165">
                <a:latin typeface="Tahoma"/>
                <a:cs typeface="Tahoma"/>
              </a:rPr>
              <a:t>Presented</a:t>
            </a:r>
            <a:r>
              <a:rPr sz="2400" b="1" spc="-135">
                <a:latin typeface="Tahoma"/>
                <a:cs typeface="Tahoma"/>
              </a:rPr>
              <a:t> </a:t>
            </a:r>
            <a:r>
              <a:rPr sz="2400" b="1" spc="-25">
                <a:latin typeface="Tahoma"/>
                <a:cs typeface="Tahoma"/>
              </a:rPr>
              <a:t>by:</a:t>
            </a:r>
            <a:endParaRPr sz="2400">
              <a:latin typeface="Tahoma"/>
              <a:cs typeface="Tahoma"/>
            </a:endParaRPr>
          </a:p>
          <a:p>
            <a:pPr marL="12700" marR="5080">
              <a:lnSpc>
                <a:spcPts val="2100"/>
              </a:lnSpc>
              <a:spcBef>
                <a:spcPts val="1075"/>
              </a:spcBef>
            </a:pPr>
            <a:r>
              <a:rPr sz="1800" spc="-110">
                <a:solidFill>
                  <a:srgbClr val="00273A"/>
                </a:solidFill>
                <a:latin typeface="Tahoma"/>
                <a:cs typeface="Tahoma"/>
              </a:rPr>
              <a:t>MCA041:</a:t>
            </a:r>
            <a:r>
              <a:rPr sz="1800" spc="35">
                <a:solidFill>
                  <a:srgbClr val="00273A"/>
                </a:solidFill>
                <a:latin typeface="Tahoma"/>
                <a:cs typeface="Tahoma"/>
              </a:rPr>
              <a:t> </a:t>
            </a:r>
            <a:r>
              <a:rPr sz="1800" spc="-80">
                <a:solidFill>
                  <a:srgbClr val="00273A"/>
                </a:solidFill>
                <a:latin typeface="Tahoma"/>
                <a:cs typeface="Tahoma"/>
              </a:rPr>
              <a:t>Navaneeth</a:t>
            </a:r>
            <a:r>
              <a:rPr sz="1800" spc="-245">
                <a:solidFill>
                  <a:srgbClr val="00273A"/>
                </a:solidFill>
                <a:latin typeface="Tahoma"/>
                <a:cs typeface="Tahoma"/>
              </a:rPr>
              <a:t> </a:t>
            </a:r>
            <a:r>
              <a:rPr sz="1800" spc="-45">
                <a:solidFill>
                  <a:srgbClr val="00273A"/>
                </a:solidFill>
                <a:latin typeface="Tahoma"/>
                <a:cs typeface="Tahoma"/>
              </a:rPr>
              <a:t>Krishna </a:t>
            </a:r>
            <a:r>
              <a:rPr sz="1800" spc="-110">
                <a:solidFill>
                  <a:srgbClr val="00273A"/>
                </a:solidFill>
                <a:latin typeface="Tahoma"/>
                <a:cs typeface="Tahoma"/>
              </a:rPr>
              <a:t>MCA042:</a:t>
            </a:r>
            <a:r>
              <a:rPr sz="1800" spc="10">
                <a:solidFill>
                  <a:srgbClr val="00273A"/>
                </a:solidFill>
                <a:latin typeface="Tahoma"/>
                <a:cs typeface="Tahoma"/>
              </a:rPr>
              <a:t> </a:t>
            </a:r>
            <a:r>
              <a:rPr sz="1800" spc="-90">
                <a:solidFill>
                  <a:srgbClr val="00273A"/>
                </a:solidFill>
                <a:latin typeface="Tahoma"/>
                <a:cs typeface="Tahoma"/>
              </a:rPr>
              <a:t>Neeraj</a:t>
            </a:r>
            <a:r>
              <a:rPr sz="1800" spc="-229">
                <a:solidFill>
                  <a:srgbClr val="00273A"/>
                </a:solidFill>
                <a:latin typeface="Tahoma"/>
                <a:cs typeface="Tahoma"/>
              </a:rPr>
              <a:t> </a:t>
            </a:r>
            <a:r>
              <a:rPr sz="1800" spc="-50">
                <a:solidFill>
                  <a:srgbClr val="00273A"/>
                </a:solidFill>
                <a:latin typeface="Tahoma"/>
                <a:cs typeface="Tahoma"/>
              </a:rPr>
              <a:t>N</a:t>
            </a:r>
            <a:endParaRPr sz="1800">
              <a:latin typeface="Tahoma"/>
              <a:cs typeface="Tahoma"/>
            </a:endParaRPr>
          </a:p>
          <a:p>
            <a:pPr marL="12700" marR="81915">
              <a:lnSpc>
                <a:spcPts val="2180"/>
              </a:lnSpc>
              <a:spcBef>
                <a:spcPts val="15"/>
              </a:spcBef>
            </a:pPr>
            <a:r>
              <a:rPr sz="1800" spc="-120">
                <a:solidFill>
                  <a:srgbClr val="00273A"/>
                </a:solidFill>
                <a:latin typeface="Tahoma"/>
                <a:cs typeface="Tahoma"/>
              </a:rPr>
              <a:t>MCA043:</a:t>
            </a:r>
            <a:r>
              <a:rPr sz="1800" spc="70">
                <a:solidFill>
                  <a:srgbClr val="00273A"/>
                </a:solidFill>
                <a:latin typeface="Tahoma"/>
                <a:cs typeface="Tahoma"/>
              </a:rPr>
              <a:t> </a:t>
            </a:r>
            <a:r>
              <a:rPr sz="1800" spc="-60">
                <a:solidFill>
                  <a:srgbClr val="00273A"/>
                </a:solidFill>
                <a:latin typeface="Tahoma"/>
                <a:cs typeface="Tahoma"/>
              </a:rPr>
              <a:t>Nehmal</a:t>
            </a:r>
            <a:r>
              <a:rPr sz="1800" spc="-195">
                <a:solidFill>
                  <a:srgbClr val="00273A"/>
                </a:solidFill>
                <a:latin typeface="Tahoma"/>
                <a:cs typeface="Tahoma"/>
              </a:rPr>
              <a:t> </a:t>
            </a:r>
            <a:r>
              <a:rPr sz="1800" spc="-50">
                <a:solidFill>
                  <a:srgbClr val="00273A"/>
                </a:solidFill>
                <a:latin typeface="Tahoma"/>
                <a:cs typeface="Tahoma"/>
              </a:rPr>
              <a:t>N </a:t>
            </a:r>
            <a:r>
              <a:rPr sz="1800" spc="-120">
                <a:solidFill>
                  <a:srgbClr val="00273A"/>
                </a:solidFill>
                <a:latin typeface="Tahoma"/>
                <a:cs typeface="Tahoma"/>
              </a:rPr>
              <a:t>MCA044:</a:t>
            </a:r>
            <a:r>
              <a:rPr sz="1800" spc="90">
                <a:solidFill>
                  <a:srgbClr val="00273A"/>
                </a:solidFill>
                <a:latin typeface="Tahoma"/>
                <a:cs typeface="Tahoma"/>
              </a:rPr>
              <a:t> </a:t>
            </a:r>
            <a:r>
              <a:rPr sz="1800" spc="-45">
                <a:solidFill>
                  <a:srgbClr val="00273A"/>
                </a:solidFill>
                <a:latin typeface="Tahoma"/>
                <a:cs typeface="Tahoma"/>
              </a:rPr>
              <a:t>Nidhish</a:t>
            </a:r>
            <a:r>
              <a:rPr sz="1800" spc="-245">
                <a:solidFill>
                  <a:srgbClr val="00273A"/>
                </a:solidFill>
                <a:latin typeface="Tahoma"/>
                <a:cs typeface="Tahoma"/>
              </a:rPr>
              <a:t> </a:t>
            </a:r>
            <a:r>
              <a:rPr sz="1800" spc="-45">
                <a:solidFill>
                  <a:srgbClr val="00273A"/>
                </a:solidFill>
                <a:latin typeface="Tahoma"/>
                <a:cs typeface="Tahoma"/>
              </a:rPr>
              <a:t>Chandran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14" name="object 14" descr="A football field surrounded by trees&#10;&#10;AI-generated content may be incorrect."/>
          <p:cNvPicPr/>
          <p:nvPr/>
        </p:nvPicPr>
        <p:blipFill>
          <a:blip r:embed="rId2"/>
          <a:stretch>
            <a:fillRect/>
          </a:stretch>
        </p:blipFill>
        <p:spPr>
          <a:xfrm>
            <a:off x="7712940" y="0"/>
            <a:ext cx="4474194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455" y="1361122"/>
            <a:ext cx="3561715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spc="-114"/>
              <a:t>Introduction</a:t>
            </a:r>
            <a:endParaRPr sz="5400"/>
          </a:p>
        </p:txBody>
      </p:sp>
      <p:grpSp>
        <p:nvGrpSpPr>
          <p:cNvPr id="3" name="object 3"/>
          <p:cNvGrpSpPr/>
          <p:nvPr/>
        </p:nvGrpSpPr>
        <p:grpSpPr>
          <a:xfrm>
            <a:off x="620712" y="2561067"/>
            <a:ext cx="3521710" cy="92710"/>
            <a:chOff x="620712" y="2561067"/>
            <a:chExt cx="3521710" cy="92710"/>
          </a:xfrm>
        </p:grpSpPr>
        <p:sp>
          <p:nvSpPr>
            <p:cNvPr id="4" name="object 4"/>
            <p:cNvSpPr/>
            <p:nvPr/>
          </p:nvSpPr>
          <p:spPr>
            <a:xfrm>
              <a:off x="642239" y="2585339"/>
              <a:ext cx="3477895" cy="44450"/>
            </a:xfrm>
            <a:custGeom>
              <a:avLst/>
              <a:gdLst/>
              <a:ahLst/>
              <a:cxnLst/>
              <a:rect l="l" t="t" r="r" b="b"/>
              <a:pathLst>
                <a:path w="3477895" h="44450">
                  <a:moveTo>
                    <a:pt x="279676" y="0"/>
                  </a:moveTo>
                  <a:lnTo>
                    <a:pt x="233216" y="85"/>
                  </a:lnTo>
                  <a:lnTo>
                    <a:pt x="187827" y="776"/>
                  </a:lnTo>
                  <a:lnTo>
                    <a:pt x="142694" y="2107"/>
                  </a:lnTo>
                  <a:lnTo>
                    <a:pt x="97005" y="4113"/>
                  </a:lnTo>
                  <a:lnTo>
                    <a:pt x="49944" y="6828"/>
                  </a:lnTo>
                  <a:lnTo>
                    <a:pt x="698" y="10286"/>
                  </a:lnTo>
                  <a:lnTo>
                    <a:pt x="0" y="14096"/>
                  </a:lnTo>
                  <a:lnTo>
                    <a:pt x="889" y="25145"/>
                  </a:lnTo>
                  <a:lnTo>
                    <a:pt x="698" y="29336"/>
                  </a:lnTo>
                  <a:lnTo>
                    <a:pt x="112834" y="31483"/>
                  </a:lnTo>
                  <a:lnTo>
                    <a:pt x="222680" y="32680"/>
                  </a:lnTo>
                  <a:lnTo>
                    <a:pt x="330042" y="33069"/>
                  </a:lnTo>
                  <a:lnTo>
                    <a:pt x="434724" y="32789"/>
                  </a:lnTo>
                  <a:lnTo>
                    <a:pt x="586301" y="31421"/>
                  </a:lnTo>
                  <a:lnTo>
                    <a:pt x="774587" y="28491"/>
                  </a:lnTo>
                  <a:lnTo>
                    <a:pt x="953849" y="24059"/>
                  </a:lnTo>
                  <a:lnTo>
                    <a:pt x="1048490" y="22161"/>
                  </a:lnTo>
                  <a:lnTo>
                    <a:pt x="1097723" y="21529"/>
                  </a:lnTo>
                  <a:lnTo>
                    <a:pt x="1148483" y="21198"/>
                  </a:lnTo>
                  <a:lnTo>
                    <a:pt x="1200959" y="21237"/>
                  </a:lnTo>
                  <a:lnTo>
                    <a:pt x="1255339" y="21712"/>
                  </a:lnTo>
                  <a:lnTo>
                    <a:pt x="1311812" y="22692"/>
                  </a:lnTo>
                  <a:lnTo>
                    <a:pt x="1370567" y="24244"/>
                  </a:lnTo>
                  <a:lnTo>
                    <a:pt x="1431793" y="26436"/>
                  </a:lnTo>
                  <a:lnTo>
                    <a:pt x="1495679" y="29336"/>
                  </a:lnTo>
                  <a:lnTo>
                    <a:pt x="1568684" y="32040"/>
                  </a:lnTo>
                  <a:lnTo>
                    <a:pt x="1637201" y="32900"/>
                  </a:lnTo>
                  <a:lnTo>
                    <a:pt x="1701446" y="32297"/>
                  </a:lnTo>
                  <a:lnTo>
                    <a:pt x="1761633" y="30610"/>
                  </a:lnTo>
                  <a:lnTo>
                    <a:pt x="1817978" y="28220"/>
                  </a:lnTo>
                  <a:lnTo>
                    <a:pt x="1919999" y="22847"/>
                  </a:lnTo>
                  <a:lnTo>
                    <a:pt x="1966106" y="20624"/>
                  </a:lnTo>
                  <a:lnTo>
                    <a:pt x="2009231" y="19217"/>
                  </a:lnTo>
                  <a:lnTo>
                    <a:pt x="2049588" y="19004"/>
                  </a:lnTo>
                  <a:lnTo>
                    <a:pt x="2087393" y="20367"/>
                  </a:lnTo>
                  <a:lnTo>
                    <a:pt x="2122860" y="23684"/>
                  </a:lnTo>
                  <a:lnTo>
                    <a:pt x="2156206" y="29336"/>
                  </a:lnTo>
                  <a:lnTo>
                    <a:pt x="2189615" y="35326"/>
                  </a:lnTo>
                  <a:lnTo>
                    <a:pt x="2225255" y="39592"/>
                  </a:lnTo>
                  <a:lnTo>
                    <a:pt x="2263307" y="42332"/>
                  </a:lnTo>
                  <a:lnTo>
                    <a:pt x="2303954" y="43745"/>
                  </a:lnTo>
                  <a:lnTo>
                    <a:pt x="2347380" y="44028"/>
                  </a:lnTo>
                  <a:lnTo>
                    <a:pt x="2393766" y="43379"/>
                  </a:lnTo>
                  <a:lnTo>
                    <a:pt x="2443297" y="41995"/>
                  </a:lnTo>
                  <a:lnTo>
                    <a:pt x="2676511" y="33068"/>
                  </a:lnTo>
                  <a:lnTo>
                    <a:pt x="2744501" y="30976"/>
                  </a:lnTo>
                  <a:lnTo>
                    <a:pt x="2816733" y="29336"/>
                  </a:lnTo>
                  <a:lnTo>
                    <a:pt x="2888805" y="28223"/>
                  </a:lnTo>
                  <a:lnTo>
                    <a:pt x="2956375" y="27585"/>
                  </a:lnTo>
                  <a:lnTo>
                    <a:pt x="3019703" y="27344"/>
                  </a:lnTo>
                  <a:lnTo>
                    <a:pt x="3134683" y="27734"/>
                  </a:lnTo>
                  <a:lnTo>
                    <a:pt x="3325283" y="29792"/>
                  </a:lnTo>
                  <a:lnTo>
                    <a:pt x="3405098" y="30195"/>
                  </a:lnTo>
                  <a:lnTo>
                    <a:pt x="3442052" y="29963"/>
                  </a:lnTo>
                  <a:lnTo>
                    <a:pt x="3477387" y="29336"/>
                  </a:lnTo>
                  <a:lnTo>
                    <a:pt x="3477387" y="10286"/>
                  </a:lnTo>
                  <a:lnTo>
                    <a:pt x="3406421" y="8483"/>
                  </a:lnTo>
                  <a:lnTo>
                    <a:pt x="3337996" y="7222"/>
                  </a:lnTo>
                  <a:lnTo>
                    <a:pt x="3272092" y="6441"/>
                  </a:lnTo>
                  <a:lnTo>
                    <a:pt x="3208690" y="6079"/>
                  </a:lnTo>
                  <a:lnTo>
                    <a:pt x="3147773" y="6074"/>
                  </a:lnTo>
                  <a:lnTo>
                    <a:pt x="3089322" y="6364"/>
                  </a:lnTo>
                  <a:lnTo>
                    <a:pt x="2979740" y="7579"/>
                  </a:lnTo>
                  <a:lnTo>
                    <a:pt x="2747621" y="11442"/>
                  </a:lnTo>
                  <a:lnTo>
                    <a:pt x="2671116" y="12015"/>
                  </a:lnTo>
                  <a:lnTo>
                    <a:pt x="2636290" y="11846"/>
                  </a:lnTo>
                  <a:lnTo>
                    <a:pt x="2603725" y="11290"/>
                  </a:lnTo>
                  <a:lnTo>
                    <a:pt x="2527719" y="8965"/>
                  </a:lnTo>
                  <a:lnTo>
                    <a:pt x="2478818" y="8655"/>
                  </a:lnTo>
                  <a:lnTo>
                    <a:pt x="2427470" y="9126"/>
                  </a:lnTo>
                  <a:lnTo>
                    <a:pt x="2374443" y="10145"/>
                  </a:lnTo>
                  <a:lnTo>
                    <a:pt x="2213008" y="14184"/>
                  </a:lnTo>
                  <a:lnTo>
                    <a:pt x="2160980" y="15084"/>
                  </a:lnTo>
                  <a:lnTo>
                    <a:pt x="2111128" y="15376"/>
                  </a:lnTo>
                  <a:lnTo>
                    <a:pt x="2064225" y="14829"/>
                  </a:lnTo>
                  <a:lnTo>
                    <a:pt x="2021039" y="13209"/>
                  </a:lnTo>
                  <a:lnTo>
                    <a:pt x="1982343" y="10286"/>
                  </a:lnTo>
                  <a:lnTo>
                    <a:pt x="1945928" y="7087"/>
                  </a:lnTo>
                  <a:lnTo>
                    <a:pt x="1908707" y="4792"/>
                  </a:lnTo>
                  <a:lnTo>
                    <a:pt x="1870221" y="3303"/>
                  </a:lnTo>
                  <a:lnTo>
                    <a:pt x="1830013" y="2525"/>
                  </a:lnTo>
                  <a:lnTo>
                    <a:pt x="1787625" y="2361"/>
                  </a:lnTo>
                  <a:lnTo>
                    <a:pt x="1742598" y="2714"/>
                  </a:lnTo>
                  <a:lnTo>
                    <a:pt x="1694476" y="3488"/>
                  </a:lnTo>
                  <a:lnTo>
                    <a:pt x="1461878" y="8858"/>
                  </a:lnTo>
                  <a:lnTo>
                    <a:pt x="1127792" y="15310"/>
                  </a:lnTo>
                  <a:lnTo>
                    <a:pt x="1032360" y="16570"/>
                  </a:lnTo>
                  <a:lnTo>
                    <a:pt x="937769" y="16980"/>
                  </a:lnTo>
                  <a:lnTo>
                    <a:pt x="889771" y="16778"/>
                  </a:lnTo>
                  <a:lnTo>
                    <a:pt x="840763" y="16257"/>
                  </a:lnTo>
                  <a:lnTo>
                    <a:pt x="790338" y="15383"/>
                  </a:lnTo>
                  <a:lnTo>
                    <a:pt x="738089" y="14120"/>
                  </a:lnTo>
                  <a:lnTo>
                    <a:pt x="683608" y="12433"/>
                  </a:lnTo>
                  <a:lnTo>
                    <a:pt x="556517" y="7459"/>
                  </a:lnTo>
                  <a:lnTo>
                    <a:pt x="433616" y="3036"/>
                  </a:lnTo>
                  <a:lnTo>
                    <a:pt x="379062" y="1509"/>
                  </a:lnTo>
                  <a:lnTo>
                    <a:pt x="328020" y="486"/>
                  </a:lnTo>
                  <a:lnTo>
                    <a:pt x="279676" y="0"/>
                  </a:lnTo>
                  <a:close/>
                </a:path>
              </a:pathLst>
            </a:custGeom>
            <a:solidFill>
              <a:srgbClr val="F8A8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2937" y="2583292"/>
              <a:ext cx="3477260" cy="48260"/>
            </a:xfrm>
            <a:custGeom>
              <a:avLst/>
              <a:gdLst/>
              <a:ahLst/>
              <a:cxnLst/>
              <a:rect l="l" t="t" r="r" b="b"/>
              <a:pathLst>
                <a:path w="3477260" h="48260">
                  <a:moveTo>
                    <a:pt x="0" y="12333"/>
                  </a:moveTo>
                  <a:lnTo>
                    <a:pt x="48792" y="9908"/>
                  </a:lnTo>
                  <a:lnTo>
                    <a:pt x="98751" y="8980"/>
                  </a:lnTo>
                  <a:lnTo>
                    <a:pt x="149618" y="9267"/>
                  </a:lnTo>
                  <a:lnTo>
                    <a:pt x="201137" y="10489"/>
                  </a:lnTo>
                  <a:lnTo>
                    <a:pt x="253048" y="12364"/>
                  </a:lnTo>
                  <a:lnTo>
                    <a:pt x="305095" y="14612"/>
                  </a:lnTo>
                  <a:lnTo>
                    <a:pt x="357019" y="16952"/>
                  </a:lnTo>
                  <a:lnTo>
                    <a:pt x="408562" y="19104"/>
                  </a:lnTo>
                  <a:lnTo>
                    <a:pt x="459467" y="20786"/>
                  </a:lnTo>
                  <a:lnTo>
                    <a:pt x="509475" y="21719"/>
                  </a:lnTo>
                  <a:lnTo>
                    <a:pt x="558329" y="21620"/>
                  </a:lnTo>
                  <a:lnTo>
                    <a:pt x="605772" y="20210"/>
                  </a:lnTo>
                  <a:lnTo>
                    <a:pt x="651544" y="17208"/>
                  </a:lnTo>
                  <a:lnTo>
                    <a:pt x="695388" y="12333"/>
                  </a:lnTo>
                  <a:lnTo>
                    <a:pt x="742079" y="7309"/>
                  </a:lnTo>
                  <a:lnTo>
                    <a:pt x="789923" y="4725"/>
                  </a:lnTo>
                  <a:lnTo>
                    <a:pt x="838793" y="4144"/>
                  </a:lnTo>
                  <a:lnTo>
                    <a:pt x="888561" y="5128"/>
                  </a:lnTo>
                  <a:lnTo>
                    <a:pt x="939101" y="7241"/>
                  </a:lnTo>
                  <a:lnTo>
                    <a:pt x="990285" y="10046"/>
                  </a:lnTo>
                  <a:lnTo>
                    <a:pt x="1041986" y="13105"/>
                  </a:lnTo>
                  <a:lnTo>
                    <a:pt x="1094076" y="15981"/>
                  </a:lnTo>
                  <a:lnTo>
                    <a:pt x="1146429" y="18239"/>
                  </a:lnTo>
                  <a:lnTo>
                    <a:pt x="1198916" y="19439"/>
                  </a:lnTo>
                  <a:lnTo>
                    <a:pt x="1251411" y="19147"/>
                  </a:lnTo>
                  <a:lnTo>
                    <a:pt x="1303787" y="16923"/>
                  </a:lnTo>
                  <a:lnTo>
                    <a:pt x="1355915" y="12333"/>
                  </a:lnTo>
                  <a:lnTo>
                    <a:pt x="1408114" y="7717"/>
                  </a:lnTo>
                  <a:lnTo>
                    <a:pt x="1460678" y="5477"/>
                  </a:lnTo>
                  <a:lnTo>
                    <a:pt x="1513445" y="5174"/>
                  </a:lnTo>
                  <a:lnTo>
                    <a:pt x="1566250" y="6370"/>
                  </a:lnTo>
                  <a:lnTo>
                    <a:pt x="1618933" y="8628"/>
                  </a:lnTo>
                  <a:lnTo>
                    <a:pt x="1671330" y="11510"/>
                  </a:lnTo>
                  <a:lnTo>
                    <a:pt x="1723278" y="14576"/>
                  </a:lnTo>
                  <a:lnTo>
                    <a:pt x="1774616" y="17389"/>
                  </a:lnTo>
                  <a:lnTo>
                    <a:pt x="1825179" y="19512"/>
                  </a:lnTo>
                  <a:lnTo>
                    <a:pt x="1874806" y="20506"/>
                  </a:lnTo>
                  <a:lnTo>
                    <a:pt x="1923334" y="19932"/>
                  </a:lnTo>
                  <a:lnTo>
                    <a:pt x="1970600" y="17354"/>
                  </a:lnTo>
                  <a:lnTo>
                    <a:pt x="2016442" y="12333"/>
                  </a:lnTo>
                  <a:lnTo>
                    <a:pt x="2055514" y="7489"/>
                  </a:lnTo>
                  <a:lnTo>
                    <a:pt x="2094826" y="3982"/>
                  </a:lnTo>
                  <a:lnTo>
                    <a:pt x="2134716" y="1665"/>
                  </a:lnTo>
                  <a:lnTo>
                    <a:pt x="2175520" y="387"/>
                  </a:lnTo>
                  <a:lnTo>
                    <a:pt x="2217577" y="0"/>
                  </a:lnTo>
                  <a:lnTo>
                    <a:pt x="2261225" y="354"/>
                  </a:lnTo>
                  <a:lnTo>
                    <a:pt x="2306801" y="1301"/>
                  </a:lnTo>
                  <a:lnTo>
                    <a:pt x="2354643" y="2692"/>
                  </a:lnTo>
                  <a:lnTo>
                    <a:pt x="2405089" y="4377"/>
                  </a:lnTo>
                  <a:lnTo>
                    <a:pt x="2458477" y="6208"/>
                  </a:lnTo>
                  <a:lnTo>
                    <a:pt x="2515145" y="8036"/>
                  </a:lnTo>
                  <a:lnTo>
                    <a:pt x="2575429" y="9711"/>
                  </a:lnTo>
                  <a:lnTo>
                    <a:pt x="2639668" y="11085"/>
                  </a:lnTo>
                  <a:lnTo>
                    <a:pt x="2708200" y="12009"/>
                  </a:lnTo>
                  <a:lnTo>
                    <a:pt x="2781363" y="12333"/>
                  </a:lnTo>
                  <a:lnTo>
                    <a:pt x="2858635" y="12055"/>
                  </a:lnTo>
                  <a:lnTo>
                    <a:pt x="2928974" y="11400"/>
                  </a:lnTo>
                  <a:lnTo>
                    <a:pt x="2993052" y="10472"/>
                  </a:lnTo>
                  <a:lnTo>
                    <a:pt x="3051540" y="9378"/>
                  </a:lnTo>
                  <a:lnTo>
                    <a:pt x="3105109" y="8221"/>
                  </a:lnTo>
                  <a:lnTo>
                    <a:pt x="3154431" y="7107"/>
                  </a:lnTo>
                  <a:lnTo>
                    <a:pt x="3200177" y="6141"/>
                  </a:lnTo>
                  <a:lnTo>
                    <a:pt x="3243019" y="5428"/>
                  </a:lnTo>
                  <a:lnTo>
                    <a:pt x="3283629" y="5072"/>
                  </a:lnTo>
                  <a:lnTo>
                    <a:pt x="3322677" y="5179"/>
                  </a:lnTo>
                  <a:lnTo>
                    <a:pt x="3360836" y="5854"/>
                  </a:lnTo>
                  <a:lnTo>
                    <a:pt x="3398776" y="7201"/>
                  </a:lnTo>
                  <a:lnTo>
                    <a:pt x="3437170" y="9325"/>
                  </a:lnTo>
                  <a:lnTo>
                    <a:pt x="3476688" y="12333"/>
                  </a:lnTo>
                  <a:lnTo>
                    <a:pt x="3476180" y="20080"/>
                  </a:lnTo>
                  <a:lnTo>
                    <a:pt x="3476180" y="22493"/>
                  </a:lnTo>
                  <a:lnTo>
                    <a:pt x="3476688" y="31383"/>
                  </a:lnTo>
                  <a:lnTo>
                    <a:pt x="3424365" y="33238"/>
                  </a:lnTo>
                  <a:lnTo>
                    <a:pt x="3370951" y="33849"/>
                  </a:lnTo>
                  <a:lnTo>
                    <a:pt x="3316821" y="33454"/>
                  </a:lnTo>
                  <a:lnTo>
                    <a:pt x="3262351" y="32293"/>
                  </a:lnTo>
                  <a:lnTo>
                    <a:pt x="3207914" y="30608"/>
                  </a:lnTo>
                  <a:lnTo>
                    <a:pt x="3153885" y="28637"/>
                  </a:lnTo>
                  <a:lnTo>
                    <a:pt x="3100641" y="26620"/>
                  </a:lnTo>
                  <a:lnTo>
                    <a:pt x="3048555" y="24798"/>
                  </a:lnTo>
                  <a:lnTo>
                    <a:pt x="2998003" y="23410"/>
                  </a:lnTo>
                  <a:lnTo>
                    <a:pt x="2949358" y="22696"/>
                  </a:lnTo>
                  <a:lnTo>
                    <a:pt x="2902998" y="22897"/>
                  </a:lnTo>
                  <a:lnTo>
                    <a:pt x="2859295" y="24251"/>
                  </a:lnTo>
                  <a:lnTo>
                    <a:pt x="2818625" y="27000"/>
                  </a:lnTo>
                  <a:lnTo>
                    <a:pt x="2781363" y="31383"/>
                  </a:lnTo>
                  <a:lnTo>
                    <a:pt x="2737850" y="36619"/>
                  </a:lnTo>
                  <a:lnTo>
                    <a:pt x="2690591" y="40211"/>
                  </a:lnTo>
                  <a:lnTo>
                    <a:pt x="2640397" y="42366"/>
                  </a:lnTo>
                  <a:lnTo>
                    <a:pt x="2588078" y="43292"/>
                  </a:lnTo>
                  <a:lnTo>
                    <a:pt x="2534446" y="43197"/>
                  </a:lnTo>
                  <a:lnTo>
                    <a:pt x="2480310" y="42289"/>
                  </a:lnTo>
                  <a:lnTo>
                    <a:pt x="2426480" y="40774"/>
                  </a:lnTo>
                  <a:lnTo>
                    <a:pt x="2373768" y="38861"/>
                  </a:lnTo>
                  <a:lnTo>
                    <a:pt x="2322984" y="36758"/>
                  </a:lnTo>
                  <a:lnTo>
                    <a:pt x="2274939" y="34672"/>
                  </a:lnTo>
                  <a:lnTo>
                    <a:pt x="2230442" y="32811"/>
                  </a:lnTo>
                  <a:lnTo>
                    <a:pt x="2190305" y="31383"/>
                  </a:lnTo>
                  <a:lnTo>
                    <a:pt x="2154269" y="30061"/>
                  </a:lnTo>
                  <a:lnTo>
                    <a:pt x="2115743" y="28372"/>
                  </a:lnTo>
                  <a:lnTo>
                    <a:pt x="2074734" y="26477"/>
                  </a:lnTo>
                  <a:lnTo>
                    <a:pt x="2031250" y="24534"/>
                  </a:lnTo>
                  <a:lnTo>
                    <a:pt x="1985299" y="22705"/>
                  </a:lnTo>
                  <a:lnTo>
                    <a:pt x="1936888" y="21149"/>
                  </a:lnTo>
                  <a:lnTo>
                    <a:pt x="1886025" y="20028"/>
                  </a:lnTo>
                  <a:lnTo>
                    <a:pt x="1832717" y="19500"/>
                  </a:lnTo>
                  <a:lnTo>
                    <a:pt x="1776972" y="19727"/>
                  </a:lnTo>
                  <a:lnTo>
                    <a:pt x="1718799" y="20868"/>
                  </a:lnTo>
                  <a:lnTo>
                    <a:pt x="1658203" y="23085"/>
                  </a:lnTo>
                  <a:lnTo>
                    <a:pt x="1595194" y="26536"/>
                  </a:lnTo>
                  <a:lnTo>
                    <a:pt x="1529778" y="31383"/>
                  </a:lnTo>
                  <a:lnTo>
                    <a:pt x="1464714" y="36450"/>
                  </a:lnTo>
                  <a:lnTo>
                    <a:pt x="1402692" y="40539"/>
                  </a:lnTo>
                  <a:lnTo>
                    <a:pt x="1343529" y="43687"/>
                  </a:lnTo>
                  <a:lnTo>
                    <a:pt x="1287044" y="45929"/>
                  </a:lnTo>
                  <a:lnTo>
                    <a:pt x="1233054" y="47302"/>
                  </a:lnTo>
                  <a:lnTo>
                    <a:pt x="1181378" y="47843"/>
                  </a:lnTo>
                  <a:lnTo>
                    <a:pt x="1131833" y="47589"/>
                  </a:lnTo>
                  <a:lnTo>
                    <a:pt x="1084237" y="46574"/>
                  </a:lnTo>
                  <a:lnTo>
                    <a:pt x="1038409" y="44836"/>
                  </a:lnTo>
                  <a:lnTo>
                    <a:pt x="994165" y="42412"/>
                  </a:lnTo>
                  <a:lnTo>
                    <a:pt x="951325" y="39337"/>
                  </a:lnTo>
                  <a:lnTo>
                    <a:pt x="909705" y="35649"/>
                  </a:lnTo>
                  <a:lnTo>
                    <a:pt x="869124" y="31383"/>
                  </a:lnTo>
                  <a:lnTo>
                    <a:pt x="835557" y="28556"/>
                  </a:lnTo>
                  <a:lnTo>
                    <a:pt x="796642" y="26953"/>
                  </a:lnTo>
                  <a:lnTo>
                    <a:pt x="753008" y="26399"/>
                  </a:lnTo>
                  <a:lnTo>
                    <a:pt x="705287" y="26721"/>
                  </a:lnTo>
                  <a:lnTo>
                    <a:pt x="654109" y="27744"/>
                  </a:lnTo>
                  <a:lnTo>
                    <a:pt x="600105" y="29294"/>
                  </a:lnTo>
                  <a:lnTo>
                    <a:pt x="543907" y="31198"/>
                  </a:lnTo>
                  <a:lnTo>
                    <a:pt x="486145" y="33281"/>
                  </a:lnTo>
                  <a:lnTo>
                    <a:pt x="427449" y="35369"/>
                  </a:lnTo>
                  <a:lnTo>
                    <a:pt x="368452" y="37289"/>
                  </a:lnTo>
                  <a:lnTo>
                    <a:pt x="309783" y="38866"/>
                  </a:lnTo>
                  <a:lnTo>
                    <a:pt x="252073" y="39925"/>
                  </a:lnTo>
                  <a:lnTo>
                    <a:pt x="195954" y="40295"/>
                  </a:lnTo>
                  <a:lnTo>
                    <a:pt x="142057" y="39799"/>
                  </a:lnTo>
                  <a:lnTo>
                    <a:pt x="91011" y="38264"/>
                  </a:lnTo>
                  <a:lnTo>
                    <a:pt x="43448" y="35517"/>
                  </a:lnTo>
                  <a:lnTo>
                    <a:pt x="0" y="31383"/>
                  </a:lnTo>
                  <a:lnTo>
                    <a:pt x="63" y="24398"/>
                  </a:lnTo>
                  <a:lnTo>
                    <a:pt x="63" y="16143"/>
                  </a:lnTo>
                  <a:lnTo>
                    <a:pt x="0" y="12333"/>
                  </a:lnTo>
                  <a:close/>
                </a:path>
              </a:pathLst>
            </a:custGeom>
            <a:ln w="44450">
              <a:solidFill>
                <a:srgbClr val="F8A8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9455" y="2862262"/>
            <a:ext cx="4050665" cy="212217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41300" marR="450850" indent="-228600">
              <a:lnSpc>
                <a:spcPts val="2410"/>
              </a:lnSpc>
              <a:spcBef>
                <a:spcPts val="350"/>
              </a:spcBef>
              <a:buClr>
                <a:srgbClr val="00CEE3"/>
              </a:buClr>
              <a:buFont typeface="Arial MT"/>
              <a:buChar char="•"/>
              <a:tabLst>
                <a:tab pos="241300" algn="l"/>
              </a:tabLst>
            </a:pPr>
            <a:r>
              <a:rPr sz="2150" spc="-50">
                <a:latin typeface="Tahoma"/>
                <a:cs typeface="Tahoma"/>
              </a:rPr>
              <a:t>Manual</a:t>
            </a:r>
            <a:r>
              <a:rPr sz="2150" spc="-254">
                <a:latin typeface="Tahoma"/>
                <a:cs typeface="Tahoma"/>
              </a:rPr>
              <a:t> </a:t>
            </a:r>
            <a:r>
              <a:rPr sz="2150" spc="-80">
                <a:latin typeface="Tahoma"/>
                <a:cs typeface="Tahoma"/>
              </a:rPr>
              <a:t>turf</a:t>
            </a:r>
            <a:r>
              <a:rPr sz="2150" spc="-150">
                <a:latin typeface="Tahoma"/>
                <a:cs typeface="Tahoma"/>
              </a:rPr>
              <a:t> </a:t>
            </a:r>
            <a:r>
              <a:rPr sz="2150" spc="-40">
                <a:latin typeface="Tahoma"/>
                <a:cs typeface="Tahoma"/>
              </a:rPr>
              <a:t>booking</a:t>
            </a:r>
            <a:r>
              <a:rPr sz="2150" spc="-195">
                <a:latin typeface="Tahoma"/>
                <a:cs typeface="Tahoma"/>
              </a:rPr>
              <a:t> </a:t>
            </a:r>
            <a:r>
              <a:rPr sz="2150" spc="-35">
                <a:latin typeface="Tahoma"/>
                <a:cs typeface="Tahoma"/>
              </a:rPr>
              <a:t>is</a:t>
            </a:r>
            <a:r>
              <a:rPr sz="2150" spc="-165">
                <a:latin typeface="Tahoma"/>
                <a:cs typeface="Tahoma"/>
              </a:rPr>
              <a:t> </a:t>
            </a:r>
            <a:r>
              <a:rPr sz="2150" spc="-20">
                <a:latin typeface="Tahoma"/>
                <a:cs typeface="Tahoma"/>
              </a:rPr>
              <a:t>time- </a:t>
            </a:r>
            <a:r>
              <a:rPr sz="2150" spc="-45">
                <a:latin typeface="Tahoma"/>
                <a:cs typeface="Tahoma"/>
              </a:rPr>
              <a:t>consuming</a:t>
            </a:r>
            <a:r>
              <a:rPr sz="2150" spc="-195">
                <a:latin typeface="Tahoma"/>
                <a:cs typeface="Tahoma"/>
              </a:rPr>
              <a:t> </a:t>
            </a:r>
            <a:r>
              <a:rPr sz="2150" spc="-40">
                <a:latin typeface="Tahoma"/>
                <a:cs typeface="Tahoma"/>
              </a:rPr>
              <a:t>and</a:t>
            </a:r>
            <a:r>
              <a:rPr sz="2150" spc="-165">
                <a:latin typeface="Tahoma"/>
                <a:cs typeface="Tahoma"/>
              </a:rPr>
              <a:t> </a:t>
            </a:r>
            <a:r>
              <a:rPr sz="2150" spc="-45">
                <a:latin typeface="Tahoma"/>
                <a:cs typeface="Tahoma"/>
              </a:rPr>
              <a:t>inconvenient.</a:t>
            </a:r>
            <a:endParaRPr sz="2150">
              <a:latin typeface="Tahoma"/>
              <a:cs typeface="Tahoma"/>
            </a:endParaRPr>
          </a:p>
          <a:p>
            <a:pPr marL="240665" indent="-227965">
              <a:lnSpc>
                <a:spcPts val="2455"/>
              </a:lnSpc>
              <a:spcBef>
                <a:spcPts val="740"/>
              </a:spcBef>
              <a:buClr>
                <a:srgbClr val="00CEE3"/>
              </a:buClr>
              <a:buFont typeface="Arial MT"/>
              <a:buChar char="•"/>
              <a:tabLst>
                <a:tab pos="240665" algn="l"/>
              </a:tabLst>
            </a:pPr>
            <a:r>
              <a:rPr sz="2150" spc="-100">
                <a:latin typeface="Tahoma"/>
                <a:cs typeface="Tahoma"/>
              </a:rPr>
              <a:t>Turf-</a:t>
            </a:r>
            <a:r>
              <a:rPr sz="2150" spc="-40">
                <a:latin typeface="Tahoma"/>
                <a:cs typeface="Tahoma"/>
              </a:rPr>
              <a:t>Kick</a:t>
            </a:r>
            <a:r>
              <a:rPr sz="2150" spc="-150">
                <a:latin typeface="Tahoma"/>
                <a:cs typeface="Tahoma"/>
              </a:rPr>
              <a:t> </a:t>
            </a:r>
            <a:r>
              <a:rPr sz="2150" spc="-40">
                <a:latin typeface="Tahoma"/>
                <a:cs typeface="Tahoma"/>
              </a:rPr>
              <a:t>allows</a:t>
            </a:r>
            <a:r>
              <a:rPr sz="2150" spc="-160">
                <a:latin typeface="Tahoma"/>
                <a:cs typeface="Tahoma"/>
              </a:rPr>
              <a:t> </a:t>
            </a:r>
            <a:r>
              <a:rPr sz="2150" spc="-95">
                <a:latin typeface="Tahoma"/>
                <a:cs typeface="Tahoma"/>
              </a:rPr>
              <a:t>users</a:t>
            </a:r>
            <a:r>
              <a:rPr sz="2150" spc="-160">
                <a:latin typeface="Tahoma"/>
                <a:cs typeface="Tahoma"/>
              </a:rPr>
              <a:t> </a:t>
            </a:r>
            <a:r>
              <a:rPr sz="2150" spc="-35">
                <a:latin typeface="Tahoma"/>
                <a:cs typeface="Tahoma"/>
              </a:rPr>
              <a:t>to</a:t>
            </a:r>
            <a:r>
              <a:rPr sz="2150" spc="-155">
                <a:latin typeface="Tahoma"/>
                <a:cs typeface="Tahoma"/>
              </a:rPr>
              <a:t> </a:t>
            </a:r>
            <a:r>
              <a:rPr sz="2150" spc="-10">
                <a:latin typeface="Tahoma"/>
                <a:cs typeface="Tahoma"/>
              </a:rPr>
              <a:t>search</a:t>
            </a:r>
            <a:endParaRPr sz="2150">
              <a:latin typeface="Tahoma"/>
              <a:cs typeface="Tahoma"/>
            </a:endParaRPr>
          </a:p>
          <a:p>
            <a:pPr marL="241300">
              <a:lnSpc>
                <a:spcPts val="2455"/>
              </a:lnSpc>
            </a:pPr>
            <a:r>
              <a:rPr sz="2150" spc="-40">
                <a:latin typeface="Tahoma"/>
                <a:cs typeface="Tahoma"/>
              </a:rPr>
              <a:t>and</a:t>
            </a:r>
            <a:r>
              <a:rPr sz="2150" spc="-175">
                <a:latin typeface="Tahoma"/>
                <a:cs typeface="Tahoma"/>
              </a:rPr>
              <a:t> </a:t>
            </a:r>
            <a:r>
              <a:rPr sz="2150" spc="-30">
                <a:latin typeface="Tahoma"/>
                <a:cs typeface="Tahoma"/>
              </a:rPr>
              <a:t>book</a:t>
            </a:r>
            <a:r>
              <a:rPr sz="2150" spc="-150">
                <a:latin typeface="Tahoma"/>
                <a:cs typeface="Tahoma"/>
              </a:rPr>
              <a:t> </a:t>
            </a:r>
            <a:r>
              <a:rPr sz="2150" spc="-90">
                <a:latin typeface="Tahoma"/>
                <a:cs typeface="Tahoma"/>
              </a:rPr>
              <a:t>turfs</a:t>
            </a:r>
            <a:r>
              <a:rPr sz="2150" spc="-175">
                <a:latin typeface="Tahoma"/>
                <a:cs typeface="Tahoma"/>
              </a:rPr>
              <a:t> </a:t>
            </a:r>
            <a:r>
              <a:rPr sz="2150" spc="-10">
                <a:latin typeface="Tahoma"/>
                <a:cs typeface="Tahoma"/>
              </a:rPr>
              <a:t>online.</a:t>
            </a:r>
            <a:endParaRPr sz="2150">
              <a:latin typeface="Tahoma"/>
              <a:cs typeface="Tahoma"/>
            </a:endParaRPr>
          </a:p>
          <a:p>
            <a:pPr marL="241300" marR="5080" indent="-228600">
              <a:lnSpc>
                <a:spcPts val="2400"/>
              </a:lnSpc>
              <a:spcBef>
                <a:spcPts val="1030"/>
              </a:spcBef>
              <a:buClr>
                <a:srgbClr val="00CEE3"/>
              </a:buClr>
              <a:buFont typeface="Arial MT"/>
              <a:buChar char="•"/>
              <a:tabLst>
                <a:tab pos="241300" algn="l"/>
              </a:tabLst>
            </a:pPr>
            <a:r>
              <a:rPr sz="2150" spc="-45">
                <a:latin typeface="Tahoma"/>
                <a:cs typeface="Tahoma"/>
              </a:rPr>
              <a:t>Provides</a:t>
            </a:r>
            <a:r>
              <a:rPr sz="2150" spc="-235">
                <a:latin typeface="Tahoma"/>
                <a:cs typeface="Tahoma"/>
              </a:rPr>
              <a:t> </a:t>
            </a:r>
            <a:r>
              <a:rPr sz="2150" spc="-65">
                <a:latin typeface="Tahoma"/>
                <a:cs typeface="Tahoma"/>
              </a:rPr>
              <a:t>real-</a:t>
            </a:r>
            <a:r>
              <a:rPr sz="2150" spc="-35">
                <a:latin typeface="Tahoma"/>
                <a:cs typeface="Tahoma"/>
              </a:rPr>
              <a:t>time</a:t>
            </a:r>
            <a:r>
              <a:rPr sz="2150" spc="-180">
                <a:latin typeface="Tahoma"/>
                <a:cs typeface="Tahoma"/>
              </a:rPr>
              <a:t> </a:t>
            </a:r>
            <a:r>
              <a:rPr sz="2150" spc="-40">
                <a:latin typeface="Tahoma"/>
                <a:cs typeface="Tahoma"/>
              </a:rPr>
              <a:t>slot</a:t>
            </a:r>
            <a:r>
              <a:rPr sz="2150" spc="-175">
                <a:latin typeface="Tahoma"/>
                <a:cs typeface="Tahoma"/>
              </a:rPr>
              <a:t> </a:t>
            </a:r>
            <a:r>
              <a:rPr sz="2150" spc="-25">
                <a:latin typeface="Tahoma"/>
                <a:cs typeface="Tahoma"/>
              </a:rPr>
              <a:t>availability </a:t>
            </a:r>
            <a:r>
              <a:rPr sz="2150" spc="-40">
                <a:latin typeface="Tahoma"/>
                <a:cs typeface="Tahoma"/>
              </a:rPr>
              <a:t>and</a:t>
            </a:r>
            <a:r>
              <a:rPr sz="2150" spc="-165">
                <a:latin typeface="Tahoma"/>
                <a:cs typeface="Tahoma"/>
              </a:rPr>
              <a:t> </a:t>
            </a:r>
            <a:r>
              <a:rPr sz="2150" spc="-40">
                <a:latin typeface="Tahoma"/>
                <a:cs typeface="Tahoma"/>
              </a:rPr>
              <a:t>equipment</a:t>
            </a:r>
            <a:r>
              <a:rPr sz="2150" spc="-180">
                <a:latin typeface="Tahoma"/>
                <a:cs typeface="Tahoma"/>
              </a:rPr>
              <a:t> </a:t>
            </a:r>
            <a:r>
              <a:rPr sz="2150" spc="-10">
                <a:latin typeface="Tahoma"/>
                <a:cs typeface="Tahoma"/>
              </a:rPr>
              <a:t>booking</a:t>
            </a:r>
            <a:endParaRPr sz="21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15001" y="0"/>
            <a:ext cx="6876998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127342" y="372854"/>
            <a:ext cx="12872268" cy="795473"/>
          </a:xfrm>
          <a:prstGeom prst="rect">
            <a:avLst/>
          </a:prstGeom>
        </p:spPr>
        <p:txBody>
          <a:bodyPr vert="horz" wrap="square" lIns="0" tIns="117220" rIns="0" bIns="0" rtlCol="0" anchor="t">
            <a:spAutoFit/>
          </a:bodyPr>
          <a:lstStyle/>
          <a:p>
            <a:pPr marL="3566795" algn="ctr">
              <a:spcBef>
                <a:spcPts val="105"/>
              </a:spcBef>
            </a:pPr>
            <a:r>
              <a:rPr lang="en-US" sz="4400" b="1" spc="-195">
                <a:latin typeface="Trebuchet MS"/>
                <a:cs typeface="Trebuchet MS"/>
              </a:rPr>
              <a:t>PROJECT </a:t>
            </a:r>
            <a:r>
              <a:rPr lang="en-US" sz="4400" b="1" spc="-185">
                <a:latin typeface="Trebuchet MS"/>
                <a:cs typeface="Trebuchet MS"/>
              </a:rPr>
              <a:t>OVERVIEW</a:t>
            </a:r>
            <a:endParaRPr lang="en-US" sz="44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343399" cy="685799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4D96004-9E75-EFCE-7495-8587CB50BBF5}"/>
              </a:ext>
            </a:extLst>
          </p:cNvPr>
          <p:cNvSpPr/>
          <p:nvPr/>
        </p:nvSpPr>
        <p:spPr>
          <a:xfrm>
            <a:off x="4582438" y="1653434"/>
            <a:ext cx="3399772" cy="264716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37F8FA72-C18C-4CA1-A6F4-828C3E4C75EA}"/>
              </a:ext>
            </a:extLst>
          </p:cNvPr>
          <p:cNvSpPr txBox="1"/>
          <p:nvPr/>
        </p:nvSpPr>
        <p:spPr>
          <a:xfrm>
            <a:off x="4868641" y="1872740"/>
            <a:ext cx="2831404" cy="2199320"/>
          </a:xfrm>
          <a:prstGeom prst="rect">
            <a:avLst/>
          </a:prstGeom>
        </p:spPr>
        <p:txBody>
          <a:bodyPr vert="horz" wrap="square" lIns="0" tIns="130810" rIns="0" bIns="0" rtlCol="0" anchor="t">
            <a:spAutoFit/>
          </a:bodyPr>
          <a:lstStyle/>
          <a:p>
            <a:pPr marL="12700">
              <a:spcBef>
                <a:spcPts val="1030"/>
              </a:spcBef>
            </a:pPr>
            <a:r>
              <a:rPr lang="en-US" b="1" spc="-135">
                <a:solidFill>
                  <a:schemeClr val="tx1"/>
                </a:solidFill>
                <a:latin typeface="Tahoma"/>
                <a:ea typeface="Tahoma"/>
                <a:cs typeface="Tahoma"/>
              </a:rPr>
              <a:t>CURRENT CHALLENGES</a:t>
            </a:r>
            <a:endParaRPr lang="en-US" sz="1800" b="1" spc="-135">
              <a:solidFill>
                <a:schemeClr val="tx1"/>
              </a:solidFill>
              <a:latin typeface="Tahoma"/>
              <a:ea typeface="Tahoma"/>
              <a:cs typeface="Tahoma"/>
            </a:endParaRPr>
          </a:p>
          <a:p>
            <a:pPr marL="298450" indent="-285750">
              <a:spcBef>
                <a:spcPts val="1030"/>
              </a:spcBef>
              <a:buFont typeface="Wingdings"/>
              <a:buChar char="Ø"/>
            </a:pPr>
            <a:r>
              <a:rPr lang="en-US" spc="-85">
                <a:solidFill>
                  <a:schemeClr val="tx1"/>
                </a:solidFill>
                <a:latin typeface="Tahoma"/>
                <a:cs typeface="Tahoma"/>
              </a:rPr>
              <a:t>Sports infrastructure suffers from inefficient management with manual booking methods causing time conflicts and poor facility utili</a:t>
            </a:r>
            <a:r>
              <a:rPr lang="en-US" spc="-85">
                <a:solidFill>
                  <a:schemeClr val="tx1"/>
                </a:solidFill>
                <a:latin typeface="Tahoma"/>
                <a:ea typeface="Tahoma"/>
                <a:cs typeface="Tahoma"/>
              </a:rPr>
              <a:t>zation</a:t>
            </a:r>
            <a:r>
              <a:rPr lang="en-US" sz="1800" spc="-85">
                <a:solidFill>
                  <a:schemeClr val="tx1"/>
                </a:solidFill>
                <a:latin typeface="Tahoma"/>
                <a:cs typeface="Tahoma"/>
              </a:rPr>
              <a:t>.</a:t>
            </a:r>
            <a:endParaRPr lang="en-US" sz="1800" spc="-85">
              <a:solidFill>
                <a:schemeClr val="tx1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FDE368D-818C-01A4-721A-7D939B32777A}"/>
              </a:ext>
            </a:extLst>
          </p:cNvPr>
          <p:cNvSpPr/>
          <p:nvPr/>
        </p:nvSpPr>
        <p:spPr>
          <a:xfrm>
            <a:off x="8204548" y="1653433"/>
            <a:ext cx="3399772" cy="264716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bject 8">
            <a:extLst>
              <a:ext uri="{FF2B5EF4-FFF2-40B4-BE49-F238E27FC236}">
                <a16:creationId xmlns:a16="http://schemas.microsoft.com/office/drawing/2014/main" id="{3B5CEE44-8FE2-D971-C9D8-5D23D5E767DF}"/>
              </a:ext>
            </a:extLst>
          </p:cNvPr>
          <p:cNvSpPr txBox="1"/>
          <p:nvPr/>
        </p:nvSpPr>
        <p:spPr>
          <a:xfrm>
            <a:off x="8490750" y="1872740"/>
            <a:ext cx="2831404" cy="1645322"/>
          </a:xfrm>
          <a:prstGeom prst="rect">
            <a:avLst/>
          </a:prstGeom>
        </p:spPr>
        <p:txBody>
          <a:bodyPr vert="horz" wrap="square" lIns="0" tIns="130810" rIns="0" bIns="0" rtlCol="0" anchor="t">
            <a:spAutoFit/>
          </a:bodyPr>
          <a:lstStyle/>
          <a:p>
            <a:pPr marL="12700">
              <a:spcBef>
                <a:spcPts val="1030"/>
              </a:spcBef>
            </a:pPr>
            <a:r>
              <a:rPr lang="en-US" b="1" spc="-135">
                <a:solidFill>
                  <a:schemeClr val="tx1"/>
                </a:solidFill>
                <a:latin typeface="Tahoma"/>
                <a:ea typeface="Tahoma"/>
                <a:cs typeface="Tahoma"/>
              </a:rPr>
              <a:t>PLATFORM SOLUTION</a:t>
            </a:r>
            <a:endParaRPr lang="en-US" sz="1800" b="1" spc="-135">
              <a:solidFill>
                <a:schemeClr val="tx1"/>
              </a:solidFill>
              <a:latin typeface="Tahoma"/>
              <a:ea typeface="Tahoma"/>
              <a:cs typeface="Tahoma"/>
            </a:endParaRPr>
          </a:p>
          <a:p>
            <a:pPr marL="298450" indent="-285750">
              <a:spcBef>
                <a:spcPts val="1030"/>
              </a:spcBef>
              <a:buFont typeface="Wingdings"/>
              <a:buChar char="Ø"/>
            </a:pPr>
            <a:r>
              <a:rPr lang="en-US" spc="-85">
                <a:solidFill>
                  <a:schemeClr val="tx1"/>
                </a:solidFill>
                <a:latin typeface="Tahoma"/>
                <a:cs typeface="Tahoma"/>
              </a:rPr>
              <a:t>Web-based system simplifying turf booking and sports accessory rental through online platform.</a:t>
            </a:r>
            <a:endParaRPr lang="en-US" sz="1800" spc="-85">
              <a:solidFill>
                <a:schemeClr val="tx1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6044981-8C7D-427E-8CE5-7350D0106E0D}"/>
              </a:ext>
            </a:extLst>
          </p:cNvPr>
          <p:cNvSpPr/>
          <p:nvPr/>
        </p:nvSpPr>
        <p:spPr>
          <a:xfrm>
            <a:off x="4582439" y="4555296"/>
            <a:ext cx="7021881" cy="178078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bject 8">
            <a:extLst>
              <a:ext uri="{FF2B5EF4-FFF2-40B4-BE49-F238E27FC236}">
                <a16:creationId xmlns:a16="http://schemas.microsoft.com/office/drawing/2014/main" id="{D2062924-E1AC-34FE-43F3-2B6B34B54457}"/>
              </a:ext>
            </a:extLst>
          </p:cNvPr>
          <p:cNvSpPr txBox="1"/>
          <p:nvPr/>
        </p:nvSpPr>
        <p:spPr>
          <a:xfrm>
            <a:off x="4701627" y="4774603"/>
            <a:ext cx="6182116" cy="1091324"/>
          </a:xfrm>
          <a:prstGeom prst="rect">
            <a:avLst/>
          </a:prstGeom>
        </p:spPr>
        <p:txBody>
          <a:bodyPr vert="horz" wrap="square" lIns="0" tIns="130810" rIns="0" bIns="0" rtlCol="0" anchor="t">
            <a:spAutoFit/>
          </a:bodyPr>
          <a:lstStyle/>
          <a:p>
            <a:pPr marL="12700">
              <a:spcBef>
                <a:spcPts val="1030"/>
              </a:spcBef>
            </a:pPr>
            <a:r>
              <a:rPr lang="en-US" b="1" spc="-135">
                <a:solidFill>
                  <a:schemeClr val="tx1"/>
                </a:solidFill>
                <a:latin typeface="Tahoma"/>
                <a:ea typeface="Tahoma"/>
                <a:cs typeface="Tahoma"/>
              </a:rPr>
              <a:t>KEY FEATURES</a:t>
            </a:r>
            <a:endParaRPr lang="en-US" sz="1800" b="1" spc="-135">
              <a:solidFill>
                <a:schemeClr val="tx1"/>
              </a:solidFill>
              <a:latin typeface="Tahoma"/>
              <a:ea typeface="Tahoma"/>
              <a:cs typeface="Tahoma"/>
            </a:endParaRPr>
          </a:p>
          <a:p>
            <a:pPr marL="298450" indent="-285750">
              <a:spcBef>
                <a:spcPts val="1030"/>
              </a:spcBef>
              <a:buFont typeface="Wingdings"/>
              <a:buChar char="Ø"/>
            </a:pPr>
            <a:r>
              <a:rPr lang="en-US" spc="-85">
                <a:solidFill>
                  <a:schemeClr val="tx1"/>
                </a:solidFill>
                <a:latin typeface="Tahoma"/>
                <a:cs typeface="Tahoma"/>
              </a:rPr>
              <a:t>Real-time availability, instant reservations, equipment rental, secure authentication.</a:t>
            </a:r>
            <a:endParaRPr lang="en-US" sz="1800" spc="-85">
              <a:solidFill>
                <a:schemeClr val="tx1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E0C1B1-C60A-AE1E-12A4-6D1ADBCDBB31}"/>
              </a:ext>
            </a:extLst>
          </p:cNvPr>
          <p:cNvSpPr/>
          <p:nvPr/>
        </p:nvSpPr>
        <p:spPr>
          <a:xfrm flipV="1">
            <a:off x="4627499" y="1114863"/>
            <a:ext cx="5862180" cy="9812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054E675-7669-0F9F-0F36-9DD8D18E0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AA0F027-E47F-BA66-F5B7-5CB649C7B3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8496" y="35450"/>
            <a:ext cx="7340399" cy="1367682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US" sz="4400" b="1" spc="-114"/>
              <a:t>PROBLEM</a:t>
            </a:r>
            <a:br>
              <a:rPr lang="en-US" sz="4400" b="1" spc="-114"/>
            </a:br>
            <a:r>
              <a:rPr lang="en-US" sz="4400" b="1" spc="-114"/>
              <a:t>STATEMENT</a:t>
            </a:r>
            <a:endParaRPr lang="en-US" sz="4400" b="1">
              <a:ea typeface="Tahoma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DAABFFF-0992-6C5F-F8F1-7BEA785622F1}"/>
              </a:ext>
            </a:extLst>
          </p:cNvPr>
          <p:cNvGrpSpPr/>
          <p:nvPr/>
        </p:nvGrpSpPr>
        <p:grpSpPr>
          <a:xfrm>
            <a:off x="6100797" y="1535298"/>
            <a:ext cx="5834520" cy="4249993"/>
            <a:chOff x="5250839" y="1035487"/>
            <a:chExt cx="6774125" cy="4802303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594B8A90-C13B-CB09-5E28-78AEE2A3AFC7}"/>
                </a:ext>
              </a:extLst>
            </p:cNvPr>
            <p:cNvSpPr/>
            <p:nvPr/>
          </p:nvSpPr>
          <p:spPr>
            <a:xfrm>
              <a:off x="5250839" y="1035487"/>
              <a:ext cx="6774125" cy="4802303"/>
            </a:xfrm>
            <a:prstGeom prst="round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 descr="A group of football players celebrating&#10;&#10;AI-generated content may be incorrect.">
              <a:extLst>
                <a:ext uri="{FF2B5EF4-FFF2-40B4-BE49-F238E27FC236}">
                  <a16:creationId xmlns:a16="http://schemas.microsoft.com/office/drawing/2014/main" id="{C9312DDE-172F-7FB8-FBDF-0739D85B9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52528" y="1167074"/>
              <a:ext cx="6559985" cy="4502976"/>
            </a:xfrm>
            <a:prstGeom prst="flowChartAlternateProcess">
              <a:avLst/>
            </a:prstGeom>
            <a:ln>
              <a:solidFill>
                <a:srgbClr val="00B050"/>
              </a:solidFill>
              <a:prstDash val="solid"/>
            </a:ln>
          </p:spPr>
        </p:pic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9A48C7B-D7B8-BAC4-24D3-7EF6E7ABE7A6}"/>
              </a:ext>
            </a:extLst>
          </p:cNvPr>
          <p:cNvSpPr/>
          <p:nvPr/>
        </p:nvSpPr>
        <p:spPr>
          <a:xfrm>
            <a:off x="446683" y="1774557"/>
            <a:ext cx="5117177" cy="87875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>
                <a:latin typeface="Tahoma"/>
                <a:ea typeface="Tahoma"/>
                <a:cs typeface="Tahoma"/>
              </a:rPr>
              <a:t>Manual Booking</a:t>
            </a:r>
            <a:br>
              <a:rPr lang="en-US" sz="2000" b="1" dirty="0">
                <a:latin typeface="Tahoma"/>
                <a:ea typeface="Tahoma"/>
                <a:cs typeface="Tahoma"/>
              </a:rPr>
            </a:br>
            <a:r>
              <a:rPr lang="en-US" sz="1600" dirty="0">
                <a:latin typeface="Tahoma"/>
                <a:ea typeface="Tahoma"/>
                <a:cs typeface="Tahoma"/>
              </a:rPr>
              <a:t> Bookings are done via phone calls or in person.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1DE3930-5803-4F8B-44C5-A070AB7AECFA}"/>
              </a:ext>
            </a:extLst>
          </p:cNvPr>
          <p:cNvSpPr/>
          <p:nvPr/>
        </p:nvSpPr>
        <p:spPr>
          <a:xfrm>
            <a:off x="446683" y="2856601"/>
            <a:ext cx="2493014" cy="75999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b="1">
                <a:ea typeface="+mn-lt"/>
                <a:cs typeface="+mn-lt"/>
              </a:rPr>
              <a:t>Double Booking </a:t>
            </a:r>
            <a:endParaRPr lang="en-US"/>
          </a:p>
          <a:p>
            <a:pPr algn="ctr"/>
            <a:r>
              <a:rPr lang="en-IN" b="1">
                <a:ea typeface="+mn-lt"/>
                <a:cs typeface="+mn-lt"/>
              </a:rPr>
              <a:t>Issues</a:t>
            </a:r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F5A7960-7077-6C66-7411-DFABB67ED95A}"/>
              </a:ext>
            </a:extLst>
          </p:cNvPr>
          <p:cNvSpPr/>
          <p:nvPr/>
        </p:nvSpPr>
        <p:spPr>
          <a:xfrm>
            <a:off x="3063362" y="2856599"/>
            <a:ext cx="2493014" cy="75999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/>
              <a:t>Manual Record Keeping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0079D38-E600-C52C-0195-6F60773F9BDE}"/>
              </a:ext>
            </a:extLst>
          </p:cNvPr>
          <p:cNvSpPr/>
          <p:nvPr/>
        </p:nvSpPr>
        <p:spPr>
          <a:xfrm>
            <a:off x="446682" y="3747406"/>
            <a:ext cx="5117177" cy="77436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b="1">
                <a:ea typeface="+mn-lt"/>
                <a:cs typeface="+mn-lt"/>
              </a:rPr>
              <a:t>No Real-Time Availability</a:t>
            </a:r>
            <a:br>
              <a:rPr lang="en-IN">
                <a:ea typeface="+mn-lt"/>
                <a:cs typeface="+mn-lt"/>
              </a:rPr>
            </a:br>
            <a:r>
              <a:rPr lang="en-IN" sz="1600">
                <a:ea typeface="+mn-lt"/>
                <a:cs typeface="+mn-lt"/>
              </a:rPr>
              <a:t> Users cannot check turf availability before booking.</a:t>
            </a:r>
            <a:endParaRPr lang="en-US" sz="160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83E674A-F37E-2815-2EA0-65111DE9FC36}"/>
              </a:ext>
            </a:extLst>
          </p:cNvPr>
          <p:cNvSpPr/>
          <p:nvPr/>
        </p:nvSpPr>
        <p:spPr>
          <a:xfrm>
            <a:off x="457120" y="4697294"/>
            <a:ext cx="5106739" cy="96225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b="1">
                <a:ea typeface="+mn-lt"/>
                <a:cs typeface="+mn-lt"/>
              </a:rPr>
              <a:t>No Unified Platform</a:t>
            </a:r>
            <a:br>
              <a:rPr lang="en-IN">
                <a:ea typeface="+mn-lt"/>
                <a:cs typeface="+mn-lt"/>
              </a:rPr>
            </a:br>
            <a:r>
              <a:rPr lang="en-IN" sz="1600">
                <a:ea typeface="+mn-lt"/>
                <a:cs typeface="+mn-lt"/>
              </a:rPr>
              <a:t> No single system to manages turfs and sports accessories together.</a:t>
            </a:r>
            <a:endParaRPr lang="en-US" sz="16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EF8B0B-1607-389A-AF4B-5A2ADD2F2D38}"/>
              </a:ext>
            </a:extLst>
          </p:cNvPr>
          <p:cNvSpPr/>
          <p:nvPr/>
        </p:nvSpPr>
        <p:spPr>
          <a:xfrm flipV="1">
            <a:off x="462595" y="1490644"/>
            <a:ext cx="4098098" cy="87682"/>
          </a:xfrm>
          <a:prstGeom prst="rect">
            <a:avLst/>
          </a:prstGeom>
          <a:solidFill>
            <a:schemeClr val="accent3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790CE58-B179-5269-83F5-5E9CFF4F9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71F3E6D-E2C7-F8B2-2070-79318EA657EC}"/>
              </a:ext>
            </a:extLst>
          </p:cNvPr>
          <p:cNvSpPr/>
          <p:nvPr/>
        </p:nvSpPr>
        <p:spPr>
          <a:xfrm>
            <a:off x="7248850" y="3470357"/>
            <a:ext cx="1948814" cy="1902460"/>
          </a:xfrm>
          <a:custGeom>
            <a:avLst/>
            <a:gdLst/>
            <a:ahLst/>
            <a:cxnLst/>
            <a:rect l="l" t="t" r="r" b="b"/>
            <a:pathLst>
              <a:path w="1948815" h="1902460">
                <a:moveTo>
                  <a:pt x="1147280" y="0"/>
                </a:moveTo>
                <a:lnTo>
                  <a:pt x="1096148" y="854"/>
                </a:lnTo>
                <a:lnTo>
                  <a:pt x="1044899" y="2933"/>
                </a:lnTo>
                <a:lnTo>
                  <a:pt x="993684" y="6211"/>
                </a:lnTo>
                <a:lnTo>
                  <a:pt x="942653" y="10662"/>
                </a:lnTo>
                <a:lnTo>
                  <a:pt x="891956" y="16263"/>
                </a:lnTo>
                <a:lnTo>
                  <a:pt x="841746" y="22989"/>
                </a:lnTo>
                <a:lnTo>
                  <a:pt x="792171" y="30815"/>
                </a:lnTo>
                <a:lnTo>
                  <a:pt x="743383" y="39715"/>
                </a:lnTo>
                <a:lnTo>
                  <a:pt x="695533" y="49666"/>
                </a:lnTo>
                <a:lnTo>
                  <a:pt x="648771" y="60643"/>
                </a:lnTo>
                <a:lnTo>
                  <a:pt x="603248" y="72620"/>
                </a:lnTo>
                <a:lnTo>
                  <a:pt x="559115" y="85573"/>
                </a:lnTo>
                <a:lnTo>
                  <a:pt x="516522" y="99477"/>
                </a:lnTo>
                <a:lnTo>
                  <a:pt x="475620" y="114308"/>
                </a:lnTo>
                <a:lnTo>
                  <a:pt x="436559" y="130040"/>
                </a:lnTo>
                <a:lnTo>
                  <a:pt x="399491" y="146649"/>
                </a:lnTo>
                <a:lnTo>
                  <a:pt x="364566" y="164110"/>
                </a:lnTo>
                <a:lnTo>
                  <a:pt x="301748" y="201489"/>
                </a:lnTo>
                <a:lnTo>
                  <a:pt x="249310" y="241979"/>
                </a:lnTo>
                <a:lnTo>
                  <a:pt x="207120" y="286766"/>
                </a:lnTo>
                <a:lnTo>
                  <a:pt x="168391" y="341789"/>
                </a:lnTo>
                <a:lnTo>
                  <a:pt x="133273" y="405940"/>
                </a:lnTo>
                <a:lnTo>
                  <a:pt x="117115" y="441093"/>
                </a:lnTo>
                <a:lnTo>
                  <a:pt x="101915" y="478113"/>
                </a:lnTo>
                <a:lnTo>
                  <a:pt x="87692" y="516861"/>
                </a:lnTo>
                <a:lnTo>
                  <a:pt x="74464" y="557199"/>
                </a:lnTo>
                <a:lnTo>
                  <a:pt x="62251" y="598989"/>
                </a:lnTo>
                <a:lnTo>
                  <a:pt x="51071" y="642091"/>
                </a:lnTo>
                <a:lnTo>
                  <a:pt x="40942" y="686369"/>
                </a:lnTo>
                <a:lnTo>
                  <a:pt x="31884" y="731683"/>
                </a:lnTo>
                <a:lnTo>
                  <a:pt x="23914" y="777894"/>
                </a:lnTo>
                <a:lnTo>
                  <a:pt x="17051" y="824865"/>
                </a:lnTo>
                <a:lnTo>
                  <a:pt x="11315" y="872458"/>
                </a:lnTo>
                <a:lnTo>
                  <a:pt x="6723" y="920532"/>
                </a:lnTo>
                <a:lnTo>
                  <a:pt x="3294" y="968951"/>
                </a:lnTo>
                <a:lnTo>
                  <a:pt x="1046" y="1017576"/>
                </a:lnTo>
                <a:lnTo>
                  <a:pt x="0" y="1066267"/>
                </a:lnTo>
                <a:lnTo>
                  <a:pt x="172" y="1114888"/>
                </a:lnTo>
                <a:lnTo>
                  <a:pt x="1581" y="1163299"/>
                </a:lnTo>
                <a:lnTo>
                  <a:pt x="4247" y="1211362"/>
                </a:lnTo>
                <a:lnTo>
                  <a:pt x="8187" y="1258939"/>
                </a:lnTo>
                <a:lnTo>
                  <a:pt x="13421" y="1305890"/>
                </a:lnTo>
                <a:lnTo>
                  <a:pt x="19967" y="1352079"/>
                </a:lnTo>
                <a:lnTo>
                  <a:pt x="27844" y="1397366"/>
                </a:lnTo>
                <a:lnTo>
                  <a:pt x="37069" y="1441612"/>
                </a:lnTo>
                <a:lnTo>
                  <a:pt x="47663" y="1484680"/>
                </a:lnTo>
                <a:lnTo>
                  <a:pt x="59642" y="1526431"/>
                </a:lnTo>
                <a:lnTo>
                  <a:pt x="73027" y="1566727"/>
                </a:lnTo>
                <a:lnTo>
                  <a:pt x="87836" y="1605429"/>
                </a:lnTo>
                <a:lnTo>
                  <a:pt x="104086" y="1642398"/>
                </a:lnTo>
                <a:lnTo>
                  <a:pt x="121798" y="1677497"/>
                </a:lnTo>
                <a:lnTo>
                  <a:pt x="140988" y="1710586"/>
                </a:lnTo>
                <a:lnTo>
                  <a:pt x="183883" y="1770184"/>
                </a:lnTo>
                <a:lnTo>
                  <a:pt x="232918" y="1820084"/>
                </a:lnTo>
                <a:lnTo>
                  <a:pt x="288243" y="1859179"/>
                </a:lnTo>
                <a:lnTo>
                  <a:pt x="350007" y="1886362"/>
                </a:lnTo>
                <a:lnTo>
                  <a:pt x="418358" y="1900524"/>
                </a:lnTo>
                <a:lnTo>
                  <a:pt x="455050" y="1902377"/>
                </a:lnTo>
                <a:lnTo>
                  <a:pt x="491537" y="1901153"/>
                </a:lnTo>
                <a:lnTo>
                  <a:pt x="567113" y="1891410"/>
                </a:lnTo>
                <a:lnTo>
                  <a:pt x="606056" y="1883044"/>
                </a:lnTo>
                <a:lnTo>
                  <a:pt x="645672" y="1872452"/>
                </a:lnTo>
                <a:lnTo>
                  <a:pt x="685887" y="1859712"/>
                </a:lnTo>
                <a:lnTo>
                  <a:pt x="726628" y="1844900"/>
                </a:lnTo>
                <a:lnTo>
                  <a:pt x="767822" y="1828093"/>
                </a:lnTo>
                <a:lnTo>
                  <a:pt x="809397" y="1809369"/>
                </a:lnTo>
                <a:lnTo>
                  <a:pt x="851278" y="1788805"/>
                </a:lnTo>
                <a:lnTo>
                  <a:pt x="893393" y="1766479"/>
                </a:lnTo>
                <a:lnTo>
                  <a:pt x="935669" y="1742467"/>
                </a:lnTo>
                <a:lnTo>
                  <a:pt x="978032" y="1716846"/>
                </a:lnTo>
                <a:lnTo>
                  <a:pt x="1020410" y="1689695"/>
                </a:lnTo>
                <a:lnTo>
                  <a:pt x="1062729" y="1661090"/>
                </a:lnTo>
                <a:lnTo>
                  <a:pt x="1104916" y="1631109"/>
                </a:lnTo>
                <a:lnTo>
                  <a:pt x="1146897" y="1599828"/>
                </a:lnTo>
                <a:lnTo>
                  <a:pt x="1188601" y="1567326"/>
                </a:lnTo>
                <a:lnTo>
                  <a:pt x="1229953" y="1533678"/>
                </a:lnTo>
                <a:lnTo>
                  <a:pt x="1270881" y="1498963"/>
                </a:lnTo>
                <a:lnTo>
                  <a:pt x="1311311" y="1463258"/>
                </a:lnTo>
                <a:lnTo>
                  <a:pt x="1351170" y="1426640"/>
                </a:lnTo>
                <a:lnTo>
                  <a:pt x="1390385" y="1389186"/>
                </a:lnTo>
                <a:lnTo>
                  <a:pt x="1428884" y="1350974"/>
                </a:lnTo>
                <a:lnTo>
                  <a:pt x="1466592" y="1312080"/>
                </a:lnTo>
                <a:lnTo>
                  <a:pt x="1503437" y="1272582"/>
                </a:lnTo>
                <a:lnTo>
                  <a:pt x="1539345" y="1232557"/>
                </a:lnTo>
                <a:lnTo>
                  <a:pt x="1574244" y="1192083"/>
                </a:lnTo>
                <a:lnTo>
                  <a:pt x="1608060" y="1151237"/>
                </a:lnTo>
                <a:lnTo>
                  <a:pt x="1640720" y="1110095"/>
                </a:lnTo>
                <a:lnTo>
                  <a:pt x="1672152" y="1068736"/>
                </a:lnTo>
                <a:lnTo>
                  <a:pt x="1702281" y="1027236"/>
                </a:lnTo>
                <a:lnTo>
                  <a:pt x="1731035" y="985672"/>
                </a:lnTo>
                <a:lnTo>
                  <a:pt x="1758340" y="944123"/>
                </a:lnTo>
                <a:lnTo>
                  <a:pt x="1784124" y="902665"/>
                </a:lnTo>
                <a:lnTo>
                  <a:pt x="1808313" y="861375"/>
                </a:lnTo>
                <a:lnTo>
                  <a:pt x="1830835" y="820330"/>
                </a:lnTo>
                <a:lnTo>
                  <a:pt x="1851615" y="779609"/>
                </a:lnTo>
                <a:lnTo>
                  <a:pt x="1870581" y="739288"/>
                </a:lnTo>
                <a:lnTo>
                  <a:pt x="1887660" y="699444"/>
                </a:lnTo>
                <a:lnTo>
                  <a:pt x="1902779" y="660155"/>
                </a:lnTo>
                <a:lnTo>
                  <a:pt x="1915864" y="621497"/>
                </a:lnTo>
                <a:lnTo>
                  <a:pt x="1926843" y="583549"/>
                </a:lnTo>
                <a:lnTo>
                  <a:pt x="1935642" y="546387"/>
                </a:lnTo>
                <a:lnTo>
                  <a:pt x="1946408" y="474730"/>
                </a:lnTo>
                <a:lnTo>
                  <a:pt x="1948228" y="440391"/>
                </a:lnTo>
                <a:lnTo>
                  <a:pt x="1947577" y="407147"/>
                </a:lnTo>
                <a:lnTo>
                  <a:pt x="1937533" y="340945"/>
                </a:lnTo>
                <a:lnTo>
                  <a:pt x="1913241" y="278042"/>
                </a:lnTo>
                <a:lnTo>
                  <a:pt x="1875823" y="222115"/>
                </a:lnTo>
                <a:lnTo>
                  <a:pt x="1826485" y="172967"/>
                </a:lnTo>
                <a:lnTo>
                  <a:pt x="1766430" y="130398"/>
                </a:lnTo>
                <a:lnTo>
                  <a:pt x="1732762" y="111519"/>
                </a:lnTo>
                <a:lnTo>
                  <a:pt x="1696866" y="94210"/>
                </a:lnTo>
                <a:lnTo>
                  <a:pt x="1658895" y="78448"/>
                </a:lnTo>
                <a:lnTo>
                  <a:pt x="1618998" y="64206"/>
                </a:lnTo>
                <a:lnTo>
                  <a:pt x="1577326" y="51461"/>
                </a:lnTo>
                <a:lnTo>
                  <a:pt x="1534030" y="40188"/>
                </a:lnTo>
                <a:lnTo>
                  <a:pt x="1489261" y="30361"/>
                </a:lnTo>
                <a:lnTo>
                  <a:pt x="1443169" y="21956"/>
                </a:lnTo>
                <a:lnTo>
                  <a:pt x="1395905" y="14948"/>
                </a:lnTo>
                <a:lnTo>
                  <a:pt x="1347620" y="9313"/>
                </a:lnTo>
                <a:lnTo>
                  <a:pt x="1298464" y="5025"/>
                </a:lnTo>
                <a:lnTo>
                  <a:pt x="1248588" y="2060"/>
                </a:lnTo>
                <a:lnTo>
                  <a:pt x="1198143" y="393"/>
                </a:lnTo>
                <a:lnTo>
                  <a:pt x="1147280" y="0"/>
                </a:lnTo>
                <a:close/>
              </a:path>
            </a:pathLst>
          </a:custGeom>
          <a:solidFill>
            <a:srgbClr val="FF6F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3989AA5-25D2-2915-41AE-6DC6B9AE2E29}"/>
              </a:ext>
            </a:extLst>
          </p:cNvPr>
          <p:cNvSpPr/>
          <p:nvPr/>
        </p:nvSpPr>
        <p:spPr>
          <a:xfrm>
            <a:off x="7898759" y="18781"/>
            <a:ext cx="2921000" cy="4109085"/>
          </a:xfrm>
          <a:custGeom>
            <a:avLst/>
            <a:gdLst/>
            <a:ahLst/>
            <a:cxnLst/>
            <a:rect l="l" t="t" r="r" b="b"/>
            <a:pathLst>
              <a:path w="2921000" h="4109085">
                <a:moveTo>
                  <a:pt x="2196132" y="86"/>
                </a:moveTo>
                <a:lnTo>
                  <a:pt x="2140622" y="400"/>
                </a:lnTo>
                <a:lnTo>
                  <a:pt x="2083959" y="2668"/>
                </a:lnTo>
                <a:lnTo>
                  <a:pt x="2026243" y="6908"/>
                </a:lnTo>
                <a:lnTo>
                  <a:pt x="1967577" y="13132"/>
                </a:lnTo>
                <a:lnTo>
                  <a:pt x="1908062" y="21356"/>
                </a:lnTo>
                <a:lnTo>
                  <a:pt x="1847800" y="31595"/>
                </a:lnTo>
                <a:lnTo>
                  <a:pt x="1786893" y="43863"/>
                </a:lnTo>
                <a:lnTo>
                  <a:pt x="1725441" y="58176"/>
                </a:lnTo>
                <a:lnTo>
                  <a:pt x="1663547" y="74548"/>
                </a:lnTo>
                <a:lnTo>
                  <a:pt x="1601313" y="92994"/>
                </a:lnTo>
                <a:lnTo>
                  <a:pt x="1538839" y="113528"/>
                </a:lnTo>
                <a:lnTo>
                  <a:pt x="1476228" y="136167"/>
                </a:lnTo>
                <a:lnTo>
                  <a:pt x="1413582" y="160923"/>
                </a:lnTo>
                <a:lnTo>
                  <a:pt x="1351001" y="187814"/>
                </a:lnTo>
                <a:lnTo>
                  <a:pt x="1288588" y="216852"/>
                </a:lnTo>
                <a:lnTo>
                  <a:pt x="1226444" y="248053"/>
                </a:lnTo>
                <a:lnTo>
                  <a:pt x="1164671" y="281432"/>
                </a:lnTo>
                <a:lnTo>
                  <a:pt x="1103370" y="317003"/>
                </a:lnTo>
                <a:lnTo>
                  <a:pt x="1042644" y="354782"/>
                </a:lnTo>
                <a:lnTo>
                  <a:pt x="982593" y="394783"/>
                </a:lnTo>
                <a:lnTo>
                  <a:pt x="923320" y="437020"/>
                </a:lnTo>
                <a:lnTo>
                  <a:pt x="864926" y="481510"/>
                </a:lnTo>
                <a:lnTo>
                  <a:pt x="807512" y="528267"/>
                </a:lnTo>
                <a:lnTo>
                  <a:pt x="751181" y="577304"/>
                </a:lnTo>
                <a:lnTo>
                  <a:pt x="696033" y="628638"/>
                </a:lnTo>
                <a:lnTo>
                  <a:pt x="642171" y="682284"/>
                </a:lnTo>
                <a:lnTo>
                  <a:pt x="615754" y="709977"/>
                </a:lnTo>
                <a:lnTo>
                  <a:pt x="589697" y="738255"/>
                </a:lnTo>
                <a:lnTo>
                  <a:pt x="564012" y="767117"/>
                </a:lnTo>
                <a:lnTo>
                  <a:pt x="538711" y="796566"/>
                </a:lnTo>
                <a:lnTo>
                  <a:pt x="513808" y="826605"/>
                </a:lnTo>
                <a:lnTo>
                  <a:pt x="489316" y="857234"/>
                </a:lnTo>
                <a:lnTo>
                  <a:pt x="465247" y="888455"/>
                </a:lnTo>
                <a:lnTo>
                  <a:pt x="441613" y="920271"/>
                </a:lnTo>
                <a:lnTo>
                  <a:pt x="418428" y="952684"/>
                </a:lnTo>
                <a:lnTo>
                  <a:pt x="395704" y="985694"/>
                </a:lnTo>
                <a:lnTo>
                  <a:pt x="373454" y="1019305"/>
                </a:lnTo>
                <a:lnTo>
                  <a:pt x="351690" y="1053517"/>
                </a:lnTo>
                <a:lnTo>
                  <a:pt x="330426" y="1088333"/>
                </a:lnTo>
                <a:lnTo>
                  <a:pt x="309673" y="1123755"/>
                </a:lnTo>
                <a:lnTo>
                  <a:pt x="289445" y="1159784"/>
                </a:lnTo>
                <a:lnTo>
                  <a:pt x="269755" y="1196422"/>
                </a:lnTo>
                <a:lnTo>
                  <a:pt x="250615" y="1233672"/>
                </a:lnTo>
                <a:lnTo>
                  <a:pt x="232037" y="1271534"/>
                </a:lnTo>
                <a:lnTo>
                  <a:pt x="214035" y="1310011"/>
                </a:lnTo>
                <a:lnTo>
                  <a:pt x="196622" y="1349105"/>
                </a:lnTo>
                <a:lnTo>
                  <a:pt x="179809" y="1388817"/>
                </a:lnTo>
                <a:lnTo>
                  <a:pt x="163610" y="1429150"/>
                </a:lnTo>
                <a:lnTo>
                  <a:pt x="148037" y="1470105"/>
                </a:lnTo>
                <a:lnTo>
                  <a:pt x="133103" y="1511684"/>
                </a:lnTo>
                <a:lnTo>
                  <a:pt x="118821" y="1553889"/>
                </a:lnTo>
                <a:lnTo>
                  <a:pt x="105203" y="1596722"/>
                </a:lnTo>
                <a:lnTo>
                  <a:pt x="92262" y="1640184"/>
                </a:lnTo>
                <a:lnTo>
                  <a:pt x="80011" y="1684278"/>
                </a:lnTo>
                <a:lnTo>
                  <a:pt x="68463" y="1729005"/>
                </a:lnTo>
                <a:lnTo>
                  <a:pt x="57630" y="1774368"/>
                </a:lnTo>
                <a:lnTo>
                  <a:pt x="47525" y="1820367"/>
                </a:lnTo>
                <a:lnTo>
                  <a:pt x="38161" y="1867006"/>
                </a:lnTo>
                <a:lnTo>
                  <a:pt x="29550" y="1914285"/>
                </a:lnTo>
                <a:lnTo>
                  <a:pt x="22975" y="1949022"/>
                </a:lnTo>
                <a:lnTo>
                  <a:pt x="12317" y="2021297"/>
                </a:lnTo>
                <a:lnTo>
                  <a:pt x="4956" y="2096994"/>
                </a:lnTo>
                <a:lnTo>
                  <a:pt x="2502" y="2136010"/>
                </a:lnTo>
                <a:lnTo>
                  <a:pt x="861" y="2175742"/>
                </a:lnTo>
                <a:lnTo>
                  <a:pt x="28" y="2216143"/>
                </a:lnTo>
                <a:lnTo>
                  <a:pt x="0" y="2257166"/>
                </a:lnTo>
                <a:lnTo>
                  <a:pt x="772" y="2298766"/>
                </a:lnTo>
                <a:lnTo>
                  <a:pt x="2341" y="2340894"/>
                </a:lnTo>
                <a:lnTo>
                  <a:pt x="4703" y="2383505"/>
                </a:lnTo>
                <a:lnTo>
                  <a:pt x="7854" y="2426552"/>
                </a:lnTo>
                <a:lnTo>
                  <a:pt x="11790" y="2469989"/>
                </a:lnTo>
                <a:lnTo>
                  <a:pt x="16507" y="2513767"/>
                </a:lnTo>
                <a:lnTo>
                  <a:pt x="22001" y="2557842"/>
                </a:lnTo>
                <a:lnTo>
                  <a:pt x="28269" y="2602167"/>
                </a:lnTo>
                <a:lnTo>
                  <a:pt x="35306" y="2646694"/>
                </a:lnTo>
                <a:lnTo>
                  <a:pt x="43108" y="2691377"/>
                </a:lnTo>
                <a:lnTo>
                  <a:pt x="51673" y="2736169"/>
                </a:lnTo>
                <a:lnTo>
                  <a:pt x="60994" y="2781024"/>
                </a:lnTo>
                <a:lnTo>
                  <a:pt x="71070" y="2825896"/>
                </a:lnTo>
                <a:lnTo>
                  <a:pt x="81895" y="2870736"/>
                </a:lnTo>
                <a:lnTo>
                  <a:pt x="93466" y="2915500"/>
                </a:lnTo>
                <a:lnTo>
                  <a:pt x="105780" y="2960140"/>
                </a:lnTo>
                <a:lnTo>
                  <a:pt x="118831" y="3004609"/>
                </a:lnTo>
                <a:lnTo>
                  <a:pt x="132616" y="3048861"/>
                </a:lnTo>
                <a:lnTo>
                  <a:pt x="147132" y="3092849"/>
                </a:lnTo>
                <a:lnTo>
                  <a:pt x="162374" y="3136527"/>
                </a:lnTo>
                <a:lnTo>
                  <a:pt x="178339" y="3179848"/>
                </a:lnTo>
                <a:lnTo>
                  <a:pt x="195022" y="3222766"/>
                </a:lnTo>
                <a:lnTo>
                  <a:pt x="212420" y="3265232"/>
                </a:lnTo>
                <a:lnTo>
                  <a:pt x="230528" y="3307202"/>
                </a:lnTo>
                <a:lnTo>
                  <a:pt x="249343" y="3348628"/>
                </a:lnTo>
                <a:lnTo>
                  <a:pt x="268861" y="3389464"/>
                </a:lnTo>
                <a:lnTo>
                  <a:pt x="289078" y="3429663"/>
                </a:lnTo>
                <a:lnTo>
                  <a:pt x="309990" y="3469178"/>
                </a:lnTo>
                <a:lnTo>
                  <a:pt x="331593" y="3507964"/>
                </a:lnTo>
                <a:lnTo>
                  <a:pt x="353884" y="3545972"/>
                </a:lnTo>
                <a:lnTo>
                  <a:pt x="376857" y="3583156"/>
                </a:lnTo>
                <a:lnTo>
                  <a:pt x="400510" y="3619471"/>
                </a:lnTo>
                <a:lnTo>
                  <a:pt x="424839" y="3654869"/>
                </a:lnTo>
                <a:lnTo>
                  <a:pt x="449839" y="3689303"/>
                </a:lnTo>
                <a:lnTo>
                  <a:pt x="475507" y="3722727"/>
                </a:lnTo>
                <a:lnTo>
                  <a:pt x="501838" y="3755094"/>
                </a:lnTo>
                <a:lnTo>
                  <a:pt x="528830" y="3786358"/>
                </a:lnTo>
                <a:lnTo>
                  <a:pt x="556477" y="3816472"/>
                </a:lnTo>
                <a:lnTo>
                  <a:pt x="584776" y="3845389"/>
                </a:lnTo>
                <a:lnTo>
                  <a:pt x="613724" y="3873063"/>
                </a:lnTo>
                <a:lnTo>
                  <a:pt x="643315" y="3899447"/>
                </a:lnTo>
                <a:lnTo>
                  <a:pt x="673547" y="3924494"/>
                </a:lnTo>
                <a:lnTo>
                  <a:pt x="704415" y="3948157"/>
                </a:lnTo>
                <a:lnTo>
                  <a:pt x="735915" y="3970391"/>
                </a:lnTo>
                <a:lnTo>
                  <a:pt x="768045" y="3991149"/>
                </a:lnTo>
                <a:lnTo>
                  <a:pt x="834173" y="4028047"/>
                </a:lnTo>
                <a:lnTo>
                  <a:pt x="902768" y="4058479"/>
                </a:lnTo>
                <a:lnTo>
                  <a:pt x="973799" y="4082072"/>
                </a:lnTo>
                <a:lnTo>
                  <a:pt x="1047234" y="4098452"/>
                </a:lnTo>
                <a:lnTo>
                  <a:pt x="1123043" y="4107247"/>
                </a:lnTo>
                <a:lnTo>
                  <a:pt x="1161828" y="4108683"/>
                </a:lnTo>
                <a:lnTo>
                  <a:pt x="1201194" y="4108083"/>
                </a:lnTo>
                <a:lnTo>
                  <a:pt x="1241137" y="4105400"/>
                </a:lnTo>
                <a:lnTo>
                  <a:pt x="1281655" y="4100587"/>
                </a:lnTo>
                <a:lnTo>
                  <a:pt x="1322742" y="4093597"/>
                </a:lnTo>
                <a:lnTo>
                  <a:pt x="1364395" y="4084385"/>
                </a:lnTo>
                <a:lnTo>
                  <a:pt x="1406611" y="4072904"/>
                </a:lnTo>
                <a:lnTo>
                  <a:pt x="1471520" y="4051331"/>
                </a:lnTo>
                <a:lnTo>
                  <a:pt x="1530849" y="4026936"/>
                </a:lnTo>
                <a:lnTo>
                  <a:pt x="1584871" y="3999768"/>
                </a:lnTo>
                <a:lnTo>
                  <a:pt x="1633863" y="3969876"/>
                </a:lnTo>
                <a:lnTo>
                  <a:pt x="1678100" y="3937307"/>
                </a:lnTo>
                <a:lnTo>
                  <a:pt x="1717858" y="3902111"/>
                </a:lnTo>
                <a:lnTo>
                  <a:pt x="1753412" y="3864336"/>
                </a:lnTo>
                <a:lnTo>
                  <a:pt x="1785038" y="3824030"/>
                </a:lnTo>
                <a:lnTo>
                  <a:pt x="1813012" y="3781242"/>
                </a:lnTo>
                <a:lnTo>
                  <a:pt x="1837609" y="3736020"/>
                </a:lnTo>
                <a:lnTo>
                  <a:pt x="1859104" y="3688413"/>
                </a:lnTo>
                <a:lnTo>
                  <a:pt x="1877773" y="3638470"/>
                </a:lnTo>
                <a:lnTo>
                  <a:pt x="1893892" y="3586239"/>
                </a:lnTo>
                <a:lnTo>
                  <a:pt x="1907736" y="3531769"/>
                </a:lnTo>
                <a:lnTo>
                  <a:pt x="1919581" y="3475107"/>
                </a:lnTo>
                <a:lnTo>
                  <a:pt x="1929702" y="3416303"/>
                </a:lnTo>
                <a:lnTo>
                  <a:pt x="1938376" y="3355405"/>
                </a:lnTo>
                <a:lnTo>
                  <a:pt x="1945876" y="3292462"/>
                </a:lnTo>
                <a:lnTo>
                  <a:pt x="1952480" y="3227522"/>
                </a:lnTo>
                <a:lnTo>
                  <a:pt x="1958462" y="3160633"/>
                </a:lnTo>
                <a:lnTo>
                  <a:pt x="1981689" y="2874566"/>
                </a:lnTo>
                <a:lnTo>
                  <a:pt x="1988698" y="2798664"/>
                </a:lnTo>
                <a:lnTo>
                  <a:pt x="1996739" y="2721104"/>
                </a:lnTo>
                <a:lnTo>
                  <a:pt x="2001232" y="2681718"/>
                </a:lnTo>
                <a:lnTo>
                  <a:pt x="2006087" y="2641936"/>
                </a:lnTo>
                <a:lnTo>
                  <a:pt x="2011337" y="2601764"/>
                </a:lnTo>
                <a:lnTo>
                  <a:pt x="2017018" y="2561207"/>
                </a:lnTo>
                <a:lnTo>
                  <a:pt x="2023164" y="2520273"/>
                </a:lnTo>
                <a:lnTo>
                  <a:pt x="2029808" y="2478967"/>
                </a:lnTo>
                <a:lnTo>
                  <a:pt x="2036986" y="2437295"/>
                </a:lnTo>
                <a:lnTo>
                  <a:pt x="2044732" y="2395263"/>
                </a:lnTo>
                <a:lnTo>
                  <a:pt x="2053081" y="2352878"/>
                </a:lnTo>
                <a:lnTo>
                  <a:pt x="2062066" y="2310145"/>
                </a:lnTo>
                <a:lnTo>
                  <a:pt x="2071723" y="2267071"/>
                </a:lnTo>
                <a:lnTo>
                  <a:pt x="2082085" y="2223661"/>
                </a:lnTo>
                <a:lnTo>
                  <a:pt x="2093188" y="2179922"/>
                </a:lnTo>
                <a:lnTo>
                  <a:pt x="2105066" y="2135859"/>
                </a:lnTo>
                <a:lnTo>
                  <a:pt x="2117752" y="2091479"/>
                </a:lnTo>
                <a:lnTo>
                  <a:pt x="2131282" y="2046788"/>
                </a:lnTo>
                <a:lnTo>
                  <a:pt x="2145690" y="2001792"/>
                </a:lnTo>
                <a:lnTo>
                  <a:pt x="2161011" y="1956497"/>
                </a:lnTo>
                <a:lnTo>
                  <a:pt x="2177278" y="1910909"/>
                </a:lnTo>
                <a:lnTo>
                  <a:pt x="2194527" y="1865033"/>
                </a:lnTo>
                <a:lnTo>
                  <a:pt x="2212791" y="1818877"/>
                </a:lnTo>
                <a:lnTo>
                  <a:pt x="2232106" y="1772446"/>
                </a:lnTo>
                <a:lnTo>
                  <a:pt x="2252505" y="1725747"/>
                </a:lnTo>
                <a:lnTo>
                  <a:pt x="2274024" y="1678784"/>
                </a:lnTo>
                <a:lnTo>
                  <a:pt x="2296696" y="1631565"/>
                </a:lnTo>
                <a:lnTo>
                  <a:pt x="2320556" y="1584096"/>
                </a:lnTo>
                <a:lnTo>
                  <a:pt x="2345639" y="1536382"/>
                </a:lnTo>
                <a:lnTo>
                  <a:pt x="2371978" y="1488429"/>
                </a:lnTo>
                <a:lnTo>
                  <a:pt x="2399609" y="1440245"/>
                </a:lnTo>
                <a:lnTo>
                  <a:pt x="2428565" y="1391833"/>
                </a:lnTo>
                <a:lnTo>
                  <a:pt x="2458882" y="1343202"/>
                </a:lnTo>
                <a:lnTo>
                  <a:pt x="2490594" y="1294357"/>
                </a:lnTo>
                <a:lnTo>
                  <a:pt x="2523734" y="1245303"/>
                </a:lnTo>
                <a:lnTo>
                  <a:pt x="2558338" y="1196047"/>
                </a:lnTo>
                <a:lnTo>
                  <a:pt x="2594441" y="1146596"/>
                </a:lnTo>
                <a:lnTo>
                  <a:pt x="2632075" y="1096954"/>
                </a:lnTo>
                <a:lnTo>
                  <a:pt x="2693956" y="1018270"/>
                </a:lnTo>
                <a:lnTo>
                  <a:pt x="2715470" y="989773"/>
                </a:lnTo>
                <a:lnTo>
                  <a:pt x="2755054" y="933869"/>
                </a:lnTo>
                <a:lnTo>
                  <a:pt x="2790129" y="879432"/>
                </a:lnTo>
                <a:lnTo>
                  <a:pt x="2820799" y="826476"/>
                </a:lnTo>
                <a:lnTo>
                  <a:pt x="2847164" y="775016"/>
                </a:lnTo>
                <a:lnTo>
                  <a:pt x="2869326" y="725067"/>
                </a:lnTo>
                <a:lnTo>
                  <a:pt x="2887387" y="676644"/>
                </a:lnTo>
                <a:lnTo>
                  <a:pt x="2901448" y="629761"/>
                </a:lnTo>
                <a:lnTo>
                  <a:pt x="2911612" y="584433"/>
                </a:lnTo>
                <a:lnTo>
                  <a:pt x="2917978" y="540676"/>
                </a:lnTo>
                <a:lnTo>
                  <a:pt x="2920650" y="498504"/>
                </a:lnTo>
                <a:lnTo>
                  <a:pt x="2920633" y="478017"/>
                </a:lnTo>
                <a:lnTo>
                  <a:pt x="2917953" y="438250"/>
                </a:lnTo>
                <a:lnTo>
                  <a:pt x="2911833" y="400105"/>
                </a:lnTo>
                <a:lnTo>
                  <a:pt x="2896424" y="345962"/>
                </a:lnTo>
                <a:lnTo>
                  <a:pt x="2873846" y="295551"/>
                </a:lnTo>
                <a:lnTo>
                  <a:pt x="2844440" y="248923"/>
                </a:lnTo>
                <a:lnTo>
                  <a:pt x="2808551" y="206129"/>
                </a:lnTo>
                <a:lnTo>
                  <a:pt x="2766522" y="167217"/>
                </a:lnTo>
                <a:lnTo>
                  <a:pt x="2735260" y="143458"/>
                </a:lnTo>
                <a:lnTo>
                  <a:pt x="2701523" y="121462"/>
                </a:lnTo>
                <a:lnTo>
                  <a:pt x="2665413" y="101243"/>
                </a:lnTo>
                <a:lnTo>
                  <a:pt x="2627031" y="82817"/>
                </a:lnTo>
                <a:lnTo>
                  <a:pt x="2586478" y="66198"/>
                </a:lnTo>
                <a:lnTo>
                  <a:pt x="2543858" y="51401"/>
                </a:lnTo>
                <a:lnTo>
                  <a:pt x="2499270" y="38441"/>
                </a:lnTo>
                <a:lnTo>
                  <a:pt x="2452817" y="27333"/>
                </a:lnTo>
                <a:lnTo>
                  <a:pt x="2404601" y="18091"/>
                </a:lnTo>
                <a:lnTo>
                  <a:pt x="2354723" y="10731"/>
                </a:lnTo>
                <a:lnTo>
                  <a:pt x="2303284" y="5267"/>
                </a:lnTo>
                <a:lnTo>
                  <a:pt x="2250387" y="1714"/>
                </a:lnTo>
                <a:lnTo>
                  <a:pt x="2223423" y="658"/>
                </a:lnTo>
                <a:lnTo>
                  <a:pt x="2196132" y="86"/>
                </a:lnTo>
                <a:close/>
              </a:path>
            </a:pathLst>
          </a:custGeom>
          <a:solidFill>
            <a:srgbClr val="00CE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DA9CE44-3137-F196-4406-F128FD21C8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1000" y="-37334"/>
            <a:ext cx="3912242" cy="1307023"/>
          </a:xfrm>
          <a:prstGeom prst="rect">
            <a:avLst/>
          </a:prstGeom>
        </p:spPr>
        <p:txBody>
          <a:bodyPr vert="horz" wrap="square" lIns="0" tIns="68478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4000" b="1" spc="-25" dirty="0">
                <a:solidFill>
                  <a:srgbClr val="00273A"/>
                </a:solidFill>
              </a:rPr>
              <a:t>OBJECTIVES</a:t>
            </a:r>
            <a:endParaRPr lang="en-US" sz="4000" b="1" spc="-80" dirty="0">
              <a:solidFill>
                <a:srgbClr val="00273A"/>
              </a:solidFill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2303CEB-E652-0657-36E5-49645004B0FA}"/>
              </a:ext>
            </a:extLst>
          </p:cNvPr>
          <p:cNvSpPr txBox="1"/>
          <p:nvPr/>
        </p:nvSpPr>
        <p:spPr>
          <a:xfrm>
            <a:off x="726444" y="1722678"/>
            <a:ext cx="5448844" cy="3856825"/>
          </a:xfrm>
          <a:prstGeom prst="rect">
            <a:avLst/>
          </a:prstGeom>
        </p:spPr>
        <p:txBody>
          <a:bodyPr vert="horz" wrap="square" lIns="0" tIns="50165" rIns="0" bIns="0" rtlCol="0" anchor="ctr">
            <a:spAutoFit/>
          </a:bodyPr>
          <a:lstStyle/>
          <a:p>
            <a:pPr marL="298450" indent="-285750" algn="l">
              <a:spcBef>
                <a:spcPts val="395"/>
              </a:spcBef>
              <a:buClr>
                <a:srgbClr val="00CEE3"/>
              </a:buClr>
              <a:buFont typeface="Wingdings"/>
              <a:buChar char="Ø"/>
              <a:tabLst>
                <a:tab pos="241300" algn="l"/>
              </a:tabLst>
            </a:pPr>
            <a:r>
              <a:rPr lang="en-US" b="1" spc="-95" dirty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Online Turf Booking Platform</a:t>
            </a:r>
            <a:br>
              <a:rPr lang="en-US" spc="-95" dirty="0">
                <a:solidFill>
                  <a:schemeClr val="tx1"/>
                </a:solidFill>
                <a:latin typeface="Tahoma"/>
                <a:ea typeface="Tahoma"/>
                <a:cs typeface="Tahoma"/>
              </a:rPr>
            </a:br>
            <a:r>
              <a:rPr lang="en-US" spc="-95" dirty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1600" spc="-95" dirty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  </a:t>
            </a:r>
            <a:r>
              <a:rPr lang="en-US" sz="1400" spc="-95" dirty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 Develop a web platform to book sports turfs online.</a:t>
            </a:r>
            <a:endParaRPr lang="en-US" sz="1400" dirty="0">
              <a:solidFill>
                <a:schemeClr val="tx1"/>
              </a:solidFill>
            </a:endParaRPr>
          </a:p>
          <a:p>
            <a:pPr marL="298450" indent="-285750" algn="l">
              <a:spcBef>
                <a:spcPts val="395"/>
              </a:spcBef>
              <a:buClr>
                <a:srgbClr val="00CEE3"/>
              </a:buClr>
              <a:buFont typeface="Wingdings"/>
              <a:buChar char="Ø"/>
              <a:tabLst>
                <a:tab pos="241300" algn="l"/>
              </a:tabLst>
            </a:pPr>
            <a:r>
              <a:rPr lang="en-US" b="1" spc="-95" dirty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Easy Turf Search</a:t>
            </a:r>
            <a:br>
              <a:rPr lang="en-US" spc="-95" dirty="0">
                <a:solidFill>
                  <a:schemeClr val="tx1"/>
                </a:solidFill>
                <a:latin typeface="Tahoma"/>
                <a:ea typeface="Tahoma"/>
                <a:cs typeface="Tahoma"/>
              </a:rPr>
            </a:br>
            <a:r>
              <a:rPr lang="en-US" spc="-95" dirty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1600" spc="-95" dirty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   </a:t>
            </a:r>
            <a:r>
              <a:rPr lang="en-US" sz="1400" spc="-95" dirty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Users can search turfs and view available time slots.</a:t>
            </a:r>
          </a:p>
          <a:p>
            <a:pPr marL="298450" indent="-285750" algn="l">
              <a:spcBef>
                <a:spcPts val="395"/>
              </a:spcBef>
              <a:buClr>
                <a:srgbClr val="00CEE3"/>
              </a:buClr>
              <a:buFont typeface="Wingdings"/>
              <a:buChar char="Ø"/>
              <a:tabLst>
                <a:tab pos="241300" algn="l"/>
              </a:tabLst>
            </a:pPr>
            <a:r>
              <a:rPr lang="en-US" b="1" spc="-95" dirty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Secure User Login</a:t>
            </a:r>
            <a:br>
              <a:rPr lang="en-US" spc="-95" dirty="0">
                <a:solidFill>
                  <a:schemeClr val="tx1"/>
                </a:solidFill>
                <a:latin typeface="Tahoma"/>
                <a:ea typeface="Tahoma"/>
                <a:cs typeface="Tahoma"/>
              </a:rPr>
            </a:br>
            <a:r>
              <a:rPr lang="en-US" spc="-95" dirty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1600" spc="-95" dirty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   </a:t>
            </a:r>
            <a:r>
              <a:rPr lang="en-US" sz="1400" spc="-95" dirty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Provide authentication for safe account access.</a:t>
            </a:r>
          </a:p>
          <a:p>
            <a:pPr marL="298450" indent="-285750" algn="l">
              <a:spcBef>
                <a:spcPts val="395"/>
              </a:spcBef>
              <a:buClr>
                <a:srgbClr val="00CEE3"/>
              </a:buClr>
              <a:buFont typeface="Wingdings"/>
              <a:buChar char="Ø"/>
              <a:tabLst>
                <a:tab pos="241300" algn="l"/>
              </a:tabLst>
            </a:pPr>
            <a:r>
              <a:rPr lang="en-US" b="1" spc="-95" dirty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Accessory Booking</a:t>
            </a:r>
            <a:br>
              <a:rPr lang="en-US" spc="-95" dirty="0">
                <a:solidFill>
                  <a:schemeClr val="tx1"/>
                </a:solidFill>
                <a:latin typeface="Tahoma"/>
                <a:ea typeface="Tahoma"/>
                <a:cs typeface="Tahoma"/>
              </a:rPr>
            </a:br>
            <a:r>
              <a:rPr lang="en-US" sz="1600" spc="-95" dirty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    </a:t>
            </a:r>
            <a:r>
              <a:rPr lang="en-US" sz="1400" spc="-95" dirty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Allow booking of sports accessories with turf.</a:t>
            </a:r>
          </a:p>
          <a:p>
            <a:pPr marL="298450" indent="-285750" algn="l">
              <a:spcBef>
                <a:spcPts val="395"/>
              </a:spcBef>
              <a:buClr>
                <a:srgbClr val="00CEE3"/>
              </a:buClr>
              <a:buFont typeface="Wingdings"/>
              <a:buChar char="Ø"/>
              <a:tabLst>
                <a:tab pos="241300" algn="l"/>
              </a:tabLst>
            </a:pPr>
            <a:r>
              <a:rPr lang="en-US" b="1" spc="-95" dirty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Prevent Double Bookings</a:t>
            </a:r>
            <a:br>
              <a:rPr lang="en-US" spc="-95" dirty="0">
                <a:solidFill>
                  <a:schemeClr val="tx1"/>
                </a:solidFill>
                <a:latin typeface="Tahoma"/>
                <a:ea typeface="Tahoma"/>
                <a:cs typeface="Tahoma"/>
              </a:rPr>
            </a:br>
            <a:r>
              <a:rPr lang="en-US" sz="1600" spc="-95" dirty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    </a:t>
            </a:r>
            <a:r>
              <a:rPr lang="en-US" sz="1400" spc="-95" dirty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Use automated updates to manage availability.</a:t>
            </a:r>
          </a:p>
          <a:p>
            <a:pPr marL="12700" algn="l">
              <a:spcBef>
                <a:spcPts val="395"/>
              </a:spcBef>
              <a:buClr>
                <a:srgbClr val="00CEE3"/>
              </a:buClr>
              <a:tabLst>
                <a:tab pos="241300" algn="l"/>
              </a:tabLst>
            </a:pPr>
            <a:br>
              <a:rPr lang="en-US" sz="1400" spc="-95" dirty="0">
                <a:latin typeface="Tahoma"/>
                <a:ea typeface="Tahoma"/>
                <a:cs typeface="Tahoma"/>
              </a:rPr>
            </a:br>
            <a:r>
              <a:rPr lang="en-US" sz="1400" spc="-95" dirty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    </a:t>
            </a:r>
          </a:p>
          <a:p>
            <a:pPr marL="298450" marR="5080" indent="-285750">
              <a:lnSpc>
                <a:spcPts val="2630"/>
              </a:lnSpc>
              <a:spcBef>
                <a:spcPts val="395"/>
              </a:spcBef>
              <a:buClr>
                <a:srgbClr val="00CEE3"/>
              </a:buClr>
              <a:buFont typeface="Wingdings" panose="05000000000000000000" pitchFamily="2" charset="2"/>
              <a:buChar char="Ø"/>
              <a:tabLst>
                <a:tab pos="241300" algn="l"/>
              </a:tabLst>
            </a:pPr>
            <a:endParaRPr lang="en-US" spc="-95" dirty="0">
              <a:solidFill>
                <a:schemeClr val="tx1"/>
              </a:solidFill>
              <a:latin typeface="Tahoma"/>
              <a:ea typeface="Tahoma"/>
              <a:cs typeface="Tahoma"/>
            </a:endParaRPr>
          </a:p>
        </p:txBody>
      </p:sp>
      <p:pic>
        <p:nvPicPr>
          <p:cNvPr id="2" name="Picture 1" descr="A person in a suit and tie talking to a person in a suit&#10;&#10;AI-generated content may be incorrect.">
            <a:extLst>
              <a:ext uri="{FF2B5EF4-FFF2-40B4-BE49-F238E27FC236}">
                <a16:creationId xmlns:a16="http://schemas.microsoft.com/office/drawing/2014/main" id="{E75B3ED0-B827-9297-3F41-2EEE00024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913" y="742711"/>
            <a:ext cx="4678708" cy="6115292"/>
          </a:xfrm>
          <a:prstGeom prst="rect">
            <a:avLst/>
          </a:prstGeom>
        </p:spPr>
      </p:pic>
      <p:sp>
        <p:nvSpPr>
          <p:cNvPr id="7" name="object 5">
            <a:extLst>
              <a:ext uri="{FF2B5EF4-FFF2-40B4-BE49-F238E27FC236}">
                <a16:creationId xmlns:a16="http://schemas.microsoft.com/office/drawing/2014/main" id="{8A43C5A4-3DBF-A673-1511-DB3CF001098A}"/>
              </a:ext>
            </a:extLst>
          </p:cNvPr>
          <p:cNvSpPr/>
          <p:nvPr/>
        </p:nvSpPr>
        <p:spPr>
          <a:xfrm>
            <a:off x="726444" y="1278497"/>
            <a:ext cx="3477260" cy="48260"/>
          </a:xfrm>
          <a:custGeom>
            <a:avLst/>
            <a:gdLst/>
            <a:ahLst/>
            <a:cxnLst/>
            <a:rect l="l" t="t" r="r" b="b"/>
            <a:pathLst>
              <a:path w="3477260" h="48260">
                <a:moveTo>
                  <a:pt x="0" y="12333"/>
                </a:moveTo>
                <a:lnTo>
                  <a:pt x="48792" y="9908"/>
                </a:lnTo>
                <a:lnTo>
                  <a:pt x="98751" y="8980"/>
                </a:lnTo>
                <a:lnTo>
                  <a:pt x="149618" y="9267"/>
                </a:lnTo>
                <a:lnTo>
                  <a:pt x="201137" y="10489"/>
                </a:lnTo>
                <a:lnTo>
                  <a:pt x="253048" y="12364"/>
                </a:lnTo>
                <a:lnTo>
                  <a:pt x="305095" y="14612"/>
                </a:lnTo>
                <a:lnTo>
                  <a:pt x="357019" y="16952"/>
                </a:lnTo>
                <a:lnTo>
                  <a:pt x="408562" y="19104"/>
                </a:lnTo>
                <a:lnTo>
                  <a:pt x="459467" y="20786"/>
                </a:lnTo>
                <a:lnTo>
                  <a:pt x="509475" y="21719"/>
                </a:lnTo>
                <a:lnTo>
                  <a:pt x="558329" y="21620"/>
                </a:lnTo>
                <a:lnTo>
                  <a:pt x="605772" y="20210"/>
                </a:lnTo>
                <a:lnTo>
                  <a:pt x="651544" y="17208"/>
                </a:lnTo>
                <a:lnTo>
                  <a:pt x="695388" y="12333"/>
                </a:lnTo>
                <a:lnTo>
                  <a:pt x="742079" y="7309"/>
                </a:lnTo>
                <a:lnTo>
                  <a:pt x="789923" y="4725"/>
                </a:lnTo>
                <a:lnTo>
                  <a:pt x="838793" y="4144"/>
                </a:lnTo>
                <a:lnTo>
                  <a:pt x="888561" y="5128"/>
                </a:lnTo>
                <a:lnTo>
                  <a:pt x="939101" y="7241"/>
                </a:lnTo>
                <a:lnTo>
                  <a:pt x="990285" y="10046"/>
                </a:lnTo>
                <a:lnTo>
                  <a:pt x="1041986" y="13105"/>
                </a:lnTo>
                <a:lnTo>
                  <a:pt x="1094076" y="15981"/>
                </a:lnTo>
                <a:lnTo>
                  <a:pt x="1146429" y="18239"/>
                </a:lnTo>
                <a:lnTo>
                  <a:pt x="1198916" y="19439"/>
                </a:lnTo>
                <a:lnTo>
                  <a:pt x="1251411" y="19147"/>
                </a:lnTo>
                <a:lnTo>
                  <a:pt x="1303787" y="16923"/>
                </a:lnTo>
                <a:lnTo>
                  <a:pt x="1355915" y="12333"/>
                </a:lnTo>
                <a:lnTo>
                  <a:pt x="1408114" y="7717"/>
                </a:lnTo>
                <a:lnTo>
                  <a:pt x="1460678" y="5477"/>
                </a:lnTo>
                <a:lnTo>
                  <a:pt x="1513445" y="5174"/>
                </a:lnTo>
                <a:lnTo>
                  <a:pt x="1566250" y="6370"/>
                </a:lnTo>
                <a:lnTo>
                  <a:pt x="1618933" y="8628"/>
                </a:lnTo>
                <a:lnTo>
                  <a:pt x="1671330" y="11510"/>
                </a:lnTo>
                <a:lnTo>
                  <a:pt x="1723278" y="14576"/>
                </a:lnTo>
                <a:lnTo>
                  <a:pt x="1774616" y="17389"/>
                </a:lnTo>
                <a:lnTo>
                  <a:pt x="1825179" y="19512"/>
                </a:lnTo>
                <a:lnTo>
                  <a:pt x="1874806" y="20506"/>
                </a:lnTo>
                <a:lnTo>
                  <a:pt x="1923334" y="19932"/>
                </a:lnTo>
                <a:lnTo>
                  <a:pt x="1970600" y="17354"/>
                </a:lnTo>
                <a:lnTo>
                  <a:pt x="2016442" y="12333"/>
                </a:lnTo>
                <a:lnTo>
                  <a:pt x="2055514" y="7489"/>
                </a:lnTo>
                <a:lnTo>
                  <a:pt x="2094826" y="3982"/>
                </a:lnTo>
                <a:lnTo>
                  <a:pt x="2134716" y="1665"/>
                </a:lnTo>
                <a:lnTo>
                  <a:pt x="2175520" y="387"/>
                </a:lnTo>
                <a:lnTo>
                  <a:pt x="2217577" y="0"/>
                </a:lnTo>
                <a:lnTo>
                  <a:pt x="2261225" y="354"/>
                </a:lnTo>
                <a:lnTo>
                  <a:pt x="2306801" y="1301"/>
                </a:lnTo>
                <a:lnTo>
                  <a:pt x="2354643" y="2692"/>
                </a:lnTo>
                <a:lnTo>
                  <a:pt x="2405089" y="4377"/>
                </a:lnTo>
                <a:lnTo>
                  <a:pt x="2458477" y="6208"/>
                </a:lnTo>
                <a:lnTo>
                  <a:pt x="2515145" y="8036"/>
                </a:lnTo>
                <a:lnTo>
                  <a:pt x="2575429" y="9711"/>
                </a:lnTo>
                <a:lnTo>
                  <a:pt x="2639668" y="11085"/>
                </a:lnTo>
                <a:lnTo>
                  <a:pt x="2708200" y="12009"/>
                </a:lnTo>
                <a:lnTo>
                  <a:pt x="2781363" y="12333"/>
                </a:lnTo>
                <a:lnTo>
                  <a:pt x="2858635" y="12055"/>
                </a:lnTo>
                <a:lnTo>
                  <a:pt x="2928974" y="11400"/>
                </a:lnTo>
                <a:lnTo>
                  <a:pt x="2993052" y="10472"/>
                </a:lnTo>
                <a:lnTo>
                  <a:pt x="3051540" y="9378"/>
                </a:lnTo>
                <a:lnTo>
                  <a:pt x="3105109" y="8221"/>
                </a:lnTo>
                <a:lnTo>
                  <a:pt x="3154431" y="7107"/>
                </a:lnTo>
                <a:lnTo>
                  <a:pt x="3200177" y="6141"/>
                </a:lnTo>
                <a:lnTo>
                  <a:pt x="3243019" y="5428"/>
                </a:lnTo>
                <a:lnTo>
                  <a:pt x="3283629" y="5072"/>
                </a:lnTo>
                <a:lnTo>
                  <a:pt x="3322677" y="5179"/>
                </a:lnTo>
                <a:lnTo>
                  <a:pt x="3360836" y="5854"/>
                </a:lnTo>
                <a:lnTo>
                  <a:pt x="3398776" y="7201"/>
                </a:lnTo>
                <a:lnTo>
                  <a:pt x="3437170" y="9325"/>
                </a:lnTo>
                <a:lnTo>
                  <a:pt x="3476688" y="12333"/>
                </a:lnTo>
                <a:lnTo>
                  <a:pt x="3476180" y="20080"/>
                </a:lnTo>
                <a:lnTo>
                  <a:pt x="3476180" y="22493"/>
                </a:lnTo>
                <a:lnTo>
                  <a:pt x="3476688" y="31383"/>
                </a:lnTo>
                <a:lnTo>
                  <a:pt x="3424365" y="33238"/>
                </a:lnTo>
                <a:lnTo>
                  <a:pt x="3370951" y="33849"/>
                </a:lnTo>
                <a:lnTo>
                  <a:pt x="3316821" y="33454"/>
                </a:lnTo>
                <a:lnTo>
                  <a:pt x="3262351" y="32293"/>
                </a:lnTo>
                <a:lnTo>
                  <a:pt x="3207914" y="30608"/>
                </a:lnTo>
                <a:lnTo>
                  <a:pt x="3153885" y="28637"/>
                </a:lnTo>
                <a:lnTo>
                  <a:pt x="3100641" y="26620"/>
                </a:lnTo>
                <a:lnTo>
                  <a:pt x="3048555" y="24798"/>
                </a:lnTo>
                <a:lnTo>
                  <a:pt x="2998003" y="23410"/>
                </a:lnTo>
                <a:lnTo>
                  <a:pt x="2949358" y="22696"/>
                </a:lnTo>
                <a:lnTo>
                  <a:pt x="2902998" y="22897"/>
                </a:lnTo>
                <a:lnTo>
                  <a:pt x="2859295" y="24251"/>
                </a:lnTo>
                <a:lnTo>
                  <a:pt x="2818625" y="27000"/>
                </a:lnTo>
                <a:lnTo>
                  <a:pt x="2781363" y="31383"/>
                </a:lnTo>
                <a:lnTo>
                  <a:pt x="2737850" y="36619"/>
                </a:lnTo>
                <a:lnTo>
                  <a:pt x="2690591" y="40211"/>
                </a:lnTo>
                <a:lnTo>
                  <a:pt x="2640397" y="42366"/>
                </a:lnTo>
                <a:lnTo>
                  <a:pt x="2588078" y="43292"/>
                </a:lnTo>
                <a:lnTo>
                  <a:pt x="2534446" y="43197"/>
                </a:lnTo>
                <a:lnTo>
                  <a:pt x="2480310" y="42289"/>
                </a:lnTo>
                <a:lnTo>
                  <a:pt x="2426480" y="40774"/>
                </a:lnTo>
                <a:lnTo>
                  <a:pt x="2373768" y="38861"/>
                </a:lnTo>
                <a:lnTo>
                  <a:pt x="2322984" y="36758"/>
                </a:lnTo>
                <a:lnTo>
                  <a:pt x="2274939" y="34672"/>
                </a:lnTo>
                <a:lnTo>
                  <a:pt x="2230442" y="32811"/>
                </a:lnTo>
                <a:lnTo>
                  <a:pt x="2190305" y="31383"/>
                </a:lnTo>
                <a:lnTo>
                  <a:pt x="2154269" y="30061"/>
                </a:lnTo>
                <a:lnTo>
                  <a:pt x="2115743" y="28372"/>
                </a:lnTo>
                <a:lnTo>
                  <a:pt x="2074734" y="26477"/>
                </a:lnTo>
                <a:lnTo>
                  <a:pt x="2031250" y="24534"/>
                </a:lnTo>
                <a:lnTo>
                  <a:pt x="1985299" y="22705"/>
                </a:lnTo>
                <a:lnTo>
                  <a:pt x="1936888" y="21149"/>
                </a:lnTo>
                <a:lnTo>
                  <a:pt x="1886025" y="20028"/>
                </a:lnTo>
                <a:lnTo>
                  <a:pt x="1832717" y="19500"/>
                </a:lnTo>
                <a:lnTo>
                  <a:pt x="1776972" y="19727"/>
                </a:lnTo>
                <a:lnTo>
                  <a:pt x="1718799" y="20868"/>
                </a:lnTo>
                <a:lnTo>
                  <a:pt x="1658203" y="23085"/>
                </a:lnTo>
                <a:lnTo>
                  <a:pt x="1595194" y="26536"/>
                </a:lnTo>
                <a:lnTo>
                  <a:pt x="1529778" y="31383"/>
                </a:lnTo>
                <a:lnTo>
                  <a:pt x="1464714" y="36450"/>
                </a:lnTo>
                <a:lnTo>
                  <a:pt x="1402692" y="40539"/>
                </a:lnTo>
                <a:lnTo>
                  <a:pt x="1343529" y="43687"/>
                </a:lnTo>
                <a:lnTo>
                  <a:pt x="1287044" y="45929"/>
                </a:lnTo>
                <a:lnTo>
                  <a:pt x="1233054" y="47302"/>
                </a:lnTo>
                <a:lnTo>
                  <a:pt x="1181378" y="47843"/>
                </a:lnTo>
                <a:lnTo>
                  <a:pt x="1131833" y="47589"/>
                </a:lnTo>
                <a:lnTo>
                  <a:pt x="1084237" y="46574"/>
                </a:lnTo>
                <a:lnTo>
                  <a:pt x="1038409" y="44836"/>
                </a:lnTo>
                <a:lnTo>
                  <a:pt x="994165" y="42412"/>
                </a:lnTo>
                <a:lnTo>
                  <a:pt x="951325" y="39337"/>
                </a:lnTo>
                <a:lnTo>
                  <a:pt x="909705" y="35649"/>
                </a:lnTo>
                <a:lnTo>
                  <a:pt x="869124" y="31383"/>
                </a:lnTo>
                <a:lnTo>
                  <a:pt x="835557" y="28556"/>
                </a:lnTo>
                <a:lnTo>
                  <a:pt x="796642" y="26953"/>
                </a:lnTo>
                <a:lnTo>
                  <a:pt x="753008" y="26399"/>
                </a:lnTo>
                <a:lnTo>
                  <a:pt x="705287" y="26721"/>
                </a:lnTo>
                <a:lnTo>
                  <a:pt x="654109" y="27744"/>
                </a:lnTo>
                <a:lnTo>
                  <a:pt x="600105" y="29294"/>
                </a:lnTo>
                <a:lnTo>
                  <a:pt x="543907" y="31198"/>
                </a:lnTo>
                <a:lnTo>
                  <a:pt x="486145" y="33281"/>
                </a:lnTo>
                <a:lnTo>
                  <a:pt x="427449" y="35369"/>
                </a:lnTo>
                <a:lnTo>
                  <a:pt x="368452" y="37289"/>
                </a:lnTo>
                <a:lnTo>
                  <a:pt x="309783" y="38866"/>
                </a:lnTo>
                <a:lnTo>
                  <a:pt x="252073" y="39925"/>
                </a:lnTo>
                <a:lnTo>
                  <a:pt x="195954" y="40295"/>
                </a:lnTo>
                <a:lnTo>
                  <a:pt x="142057" y="39799"/>
                </a:lnTo>
                <a:lnTo>
                  <a:pt x="91011" y="38264"/>
                </a:lnTo>
                <a:lnTo>
                  <a:pt x="43448" y="35517"/>
                </a:lnTo>
                <a:lnTo>
                  <a:pt x="0" y="31383"/>
                </a:lnTo>
                <a:lnTo>
                  <a:pt x="63" y="24398"/>
                </a:lnTo>
                <a:lnTo>
                  <a:pt x="63" y="16143"/>
                </a:lnTo>
                <a:lnTo>
                  <a:pt x="0" y="12333"/>
                </a:lnTo>
                <a:close/>
              </a:path>
            </a:pathLst>
          </a:cu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9296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8382" y="1003796"/>
            <a:ext cx="8798883" cy="5398849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332802"/>
              </p:ext>
            </p:extLst>
          </p:nvPr>
        </p:nvGraphicFramePr>
        <p:xfrm>
          <a:off x="1638821" y="1002081"/>
          <a:ext cx="8783606" cy="5388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27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7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9818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800" spc="-130">
                          <a:latin typeface="Tahoma"/>
                          <a:cs typeface="Tahoma"/>
                        </a:rPr>
                        <a:t>Features</a:t>
                      </a:r>
                      <a:endParaRPr sz="1800" spc="-13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L w="6350">
                      <a:solidFill>
                        <a:srgbClr val="F8A81D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A81D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US" sz="1800" spc="-80">
                          <a:latin typeface="Tahoma"/>
                          <a:cs typeface="Tahoma"/>
                        </a:rPr>
                        <a:t>Existing</a:t>
                      </a:r>
                      <a:r>
                        <a:rPr sz="1800" spc="-114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10">
                          <a:latin typeface="Tahoma"/>
                          <a:cs typeface="Tahoma"/>
                        </a:rPr>
                        <a:t>system</a:t>
                      </a:r>
                      <a:r>
                        <a:rPr lang="en-US" sz="1800" spc="-10">
                          <a:latin typeface="Tahoma"/>
                          <a:cs typeface="Tahoma"/>
                        </a:rPr>
                        <a:t> (Manual)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A81D"/>
                    </a:solidFill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105">
                          <a:latin typeface="Tahoma"/>
                          <a:cs typeface="Tahoma"/>
                        </a:rPr>
                        <a:t>Turf-</a:t>
                      </a:r>
                      <a:r>
                        <a:rPr sz="1800" spc="-20">
                          <a:latin typeface="Tahoma"/>
                          <a:cs typeface="Tahoma"/>
                        </a:rPr>
                        <a:t>kick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640" marB="0">
                    <a:lnR w="6350">
                      <a:solidFill>
                        <a:srgbClr val="F8A81D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A8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809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5">
                          <a:latin typeface="Tahoma"/>
                          <a:cs typeface="Tahoma"/>
                        </a:rPr>
                        <a:t>Booking</a:t>
                      </a:r>
                      <a:r>
                        <a:rPr sz="1400" spc="-13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">
                          <a:latin typeface="Tahoma"/>
                          <a:cs typeface="Tahoma"/>
                        </a:rPr>
                        <a:t>method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8100" marB="0">
                    <a:lnL w="6350">
                      <a:solidFill>
                        <a:srgbClr val="F8A81D"/>
                      </a:solidFill>
                      <a:prstDash val="solid"/>
                    </a:lnL>
                    <a:lnR w="6350" cap="flat" cmpd="sng" algn="ctr">
                      <a:solidFill>
                        <a:srgbClr val="F8A8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A81D"/>
                      </a:solidFill>
                      <a:prstDash val="solid"/>
                    </a:lnB>
                    <a:solidFill>
                      <a:srgbClr val="F8A81D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98830" marR="109220" indent="-677545" algn="ctr">
                        <a:lnSpc>
                          <a:spcPts val="2100"/>
                        </a:lnSpc>
                        <a:spcBef>
                          <a:spcPts val="420"/>
                        </a:spcBef>
                      </a:pPr>
                      <a:r>
                        <a:rPr sz="1400" spc="-65">
                          <a:latin typeface="Tahoma"/>
                          <a:cs typeface="Tahoma"/>
                        </a:rPr>
                        <a:t>Manual</a:t>
                      </a:r>
                      <a:r>
                        <a:rPr sz="1400" spc="-125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5">
                          <a:latin typeface="Tahoma"/>
                          <a:cs typeface="Tahoma"/>
                        </a:rPr>
                        <a:t>booking</a:t>
                      </a:r>
                      <a:r>
                        <a:rPr sz="1400" spc="-21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70">
                          <a:latin typeface="Tahoma"/>
                          <a:cs typeface="Tahoma"/>
                        </a:rPr>
                        <a:t>through</a:t>
                      </a:r>
                      <a:r>
                        <a:rPr sz="1400" spc="-12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35">
                          <a:latin typeface="Tahoma"/>
                          <a:cs typeface="Tahoma"/>
                        </a:rPr>
                        <a:t>phone calls</a:t>
                      </a:r>
                      <a:r>
                        <a:rPr sz="1400" spc="-155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90">
                          <a:latin typeface="Tahoma"/>
                          <a:cs typeface="Tahoma"/>
                        </a:rPr>
                        <a:t>or</a:t>
                      </a:r>
                      <a:r>
                        <a:rPr sz="1400" spc="-145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45">
                          <a:latin typeface="Tahoma"/>
                          <a:cs typeface="Tahoma"/>
                        </a:rPr>
                        <a:t>in</a:t>
                      </a:r>
                      <a:r>
                        <a:rPr sz="1400" spc="-155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">
                          <a:latin typeface="Tahoma"/>
                          <a:cs typeface="Tahoma"/>
                        </a:rPr>
                        <a:t>person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3340" marB="0">
                    <a:lnL w="6350" cap="flat" cmpd="sng" algn="ctr">
                      <a:solidFill>
                        <a:srgbClr val="F8A8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8A8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A81D"/>
                      </a:solidFill>
                      <a:prstDash val="solid"/>
                    </a:lnB>
                    <a:solidFill>
                      <a:srgbClr val="F8A81D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84275" marR="243840" indent="-920115" algn="ctr">
                        <a:lnSpc>
                          <a:spcPts val="2100"/>
                        </a:lnSpc>
                        <a:spcBef>
                          <a:spcPts val="420"/>
                        </a:spcBef>
                      </a:pPr>
                      <a:r>
                        <a:rPr sz="1400" spc="-50">
                          <a:latin typeface="Tahoma"/>
                          <a:cs typeface="Tahoma"/>
                        </a:rPr>
                        <a:t>Online</a:t>
                      </a:r>
                      <a:r>
                        <a:rPr sz="1400" spc="-185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5">
                          <a:latin typeface="Tahoma"/>
                          <a:cs typeface="Tahoma"/>
                        </a:rPr>
                        <a:t>booking</a:t>
                      </a:r>
                      <a:r>
                        <a:rPr sz="1400" spc="-10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70">
                          <a:latin typeface="Tahoma"/>
                          <a:cs typeface="Tahoma"/>
                        </a:rPr>
                        <a:t>through</a:t>
                      </a:r>
                      <a:r>
                        <a:rPr sz="1400" spc="-19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40">
                          <a:latin typeface="Tahoma"/>
                          <a:cs typeface="Tahoma"/>
                        </a:rPr>
                        <a:t>web </a:t>
                      </a:r>
                      <a:r>
                        <a:rPr sz="1400" spc="-10">
                          <a:latin typeface="Tahoma"/>
                          <a:cs typeface="Tahoma"/>
                        </a:rPr>
                        <a:t>platform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3340" marB="0">
                    <a:lnL w="6350" cap="flat" cmpd="sng" algn="ctr">
                      <a:solidFill>
                        <a:srgbClr val="F8A8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F8A81D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8A81D"/>
                      </a:solidFill>
                      <a:prstDash val="solid"/>
                    </a:lnB>
                    <a:solidFill>
                      <a:srgbClr val="F8A81D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809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400" spc="-55">
                          <a:latin typeface="Tahoma"/>
                          <a:cs typeface="Tahoma"/>
                        </a:rPr>
                        <a:t>Availability</a:t>
                      </a:r>
                      <a:r>
                        <a:rPr sz="1400" spc="-135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20">
                          <a:latin typeface="Tahoma"/>
                          <a:cs typeface="Tahoma"/>
                        </a:rPr>
                        <a:t>Check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6350">
                      <a:solidFill>
                        <a:srgbClr val="F8A81D"/>
                      </a:solidFill>
                      <a:prstDash val="solid"/>
                    </a:lnL>
                    <a:lnR w="6350">
                      <a:solidFill>
                        <a:srgbClr val="F8A81D"/>
                      </a:solidFill>
                      <a:prstDash val="solid"/>
                    </a:lnR>
                    <a:lnT w="6350">
                      <a:solidFill>
                        <a:srgbClr val="F8A81D"/>
                      </a:solidFill>
                      <a:prstDash val="solid"/>
                    </a:lnT>
                    <a:lnB w="6350">
                      <a:solidFill>
                        <a:srgbClr val="F8A81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9160" marR="217170" indent="-661035" algn="ctr">
                        <a:lnSpc>
                          <a:spcPts val="2100"/>
                        </a:lnSpc>
                        <a:spcBef>
                          <a:spcPts val="430"/>
                        </a:spcBef>
                      </a:pPr>
                      <a:r>
                        <a:rPr sz="1400" spc="-85">
                          <a:latin typeface="Tahoma"/>
                          <a:cs typeface="Tahoma"/>
                        </a:rPr>
                        <a:t>Users</a:t>
                      </a:r>
                      <a:r>
                        <a:rPr sz="1400" spc="-12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0">
                          <a:latin typeface="Tahoma"/>
                          <a:cs typeface="Tahoma"/>
                        </a:rPr>
                        <a:t>cannot</a:t>
                      </a:r>
                      <a:r>
                        <a:rPr sz="1400" spc="-185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60">
                          <a:latin typeface="Tahoma"/>
                          <a:cs typeface="Tahoma"/>
                        </a:rPr>
                        <a:t>check</a:t>
                      </a:r>
                      <a:r>
                        <a:rPr sz="1400" spc="-155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65">
                          <a:latin typeface="Tahoma"/>
                          <a:cs typeface="Tahoma"/>
                        </a:rPr>
                        <a:t>real-</a:t>
                      </a:r>
                      <a:r>
                        <a:rPr sz="1400" spc="-20">
                          <a:latin typeface="Tahoma"/>
                          <a:cs typeface="Tahoma"/>
                        </a:rPr>
                        <a:t>time </a:t>
                      </a:r>
                      <a:r>
                        <a:rPr sz="1400" spc="-75">
                          <a:latin typeface="Tahoma"/>
                          <a:cs typeface="Tahoma"/>
                        </a:rPr>
                        <a:t>turf</a:t>
                      </a:r>
                      <a:r>
                        <a:rPr sz="1400" spc="-19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">
                          <a:latin typeface="Tahoma"/>
                          <a:cs typeface="Tahoma"/>
                        </a:rPr>
                        <a:t>availability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4610" marB="0">
                    <a:lnL w="6350">
                      <a:solidFill>
                        <a:srgbClr val="F8A81D"/>
                      </a:solidFill>
                      <a:prstDash val="solid"/>
                    </a:lnL>
                    <a:lnR w="6350">
                      <a:solidFill>
                        <a:srgbClr val="F8A81D"/>
                      </a:solidFill>
                      <a:prstDash val="solid"/>
                    </a:lnR>
                    <a:lnT w="6350">
                      <a:solidFill>
                        <a:srgbClr val="F8A81D"/>
                      </a:solidFill>
                      <a:prstDash val="solid"/>
                    </a:lnT>
                    <a:lnB w="6350">
                      <a:solidFill>
                        <a:srgbClr val="F8A81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9190" marR="150495" indent="-962025" algn="ctr">
                        <a:lnSpc>
                          <a:spcPts val="2100"/>
                        </a:lnSpc>
                        <a:spcBef>
                          <a:spcPts val="430"/>
                        </a:spcBef>
                      </a:pPr>
                      <a:r>
                        <a:rPr sz="1400" spc="-90">
                          <a:latin typeface="Tahoma"/>
                          <a:cs typeface="Tahoma"/>
                        </a:rPr>
                        <a:t>Real-</a:t>
                      </a:r>
                      <a:r>
                        <a:rPr sz="1400" spc="-45">
                          <a:latin typeface="Tahoma"/>
                          <a:cs typeface="Tahoma"/>
                        </a:rPr>
                        <a:t>time</a:t>
                      </a:r>
                      <a:r>
                        <a:rPr sz="1400" spc="-195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0">
                          <a:latin typeface="Tahoma"/>
                          <a:cs typeface="Tahoma"/>
                        </a:rPr>
                        <a:t>availability</a:t>
                      </a:r>
                      <a:r>
                        <a:rPr sz="1400" spc="-95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0">
                          <a:latin typeface="Tahoma"/>
                          <a:cs typeface="Tahoma"/>
                        </a:rPr>
                        <a:t>of</a:t>
                      </a:r>
                      <a:r>
                        <a:rPr sz="1400" spc="-85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80">
                          <a:latin typeface="Tahoma"/>
                          <a:cs typeface="Tahoma"/>
                        </a:rPr>
                        <a:t>turfs</a:t>
                      </a:r>
                      <a:r>
                        <a:rPr sz="1400" spc="-20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25">
                          <a:latin typeface="Tahoma"/>
                          <a:cs typeface="Tahoma"/>
                        </a:rPr>
                        <a:t>is </a:t>
                      </a:r>
                      <a:r>
                        <a:rPr sz="1400" spc="-10">
                          <a:latin typeface="Tahoma"/>
                          <a:cs typeface="Tahoma"/>
                        </a:rPr>
                        <a:t>displayed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4610" marB="0">
                    <a:lnL w="6350">
                      <a:solidFill>
                        <a:srgbClr val="F8A81D"/>
                      </a:solidFill>
                      <a:prstDash val="solid"/>
                    </a:lnL>
                    <a:lnR w="6350">
                      <a:solidFill>
                        <a:srgbClr val="F8A81D"/>
                      </a:solidFill>
                      <a:prstDash val="solid"/>
                    </a:lnR>
                    <a:lnT w="6350">
                      <a:solidFill>
                        <a:srgbClr val="F8A81D"/>
                      </a:solidFill>
                      <a:prstDash val="solid"/>
                    </a:lnT>
                    <a:lnB w="6350">
                      <a:solidFill>
                        <a:srgbClr val="F8A81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809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55">
                          <a:latin typeface="Tahoma"/>
                          <a:cs typeface="Tahoma"/>
                        </a:rPr>
                        <a:t>Booking</a:t>
                      </a:r>
                      <a:r>
                        <a:rPr sz="1400" spc="-105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">
                          <a:latin typeface="Tahoma"/>
                          <a:cs typeface="Tahoma"/>
                        </a:rPr>
                        <a:t>Conflicts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6350">
                      <a:solidFill>
                        <a:srgbClr val="F8A81D"/>
                      </a:solidFill>
                      <a:prstDash val="solid"/>
                    </a:lnL>
                    <a:lnR w="6350">
                      <a:solidFill>
                        <a:srgbClr val="F8A81D"/>
                      </a:solidFill>
                      <a:prstDash val="solid"/>
                    </a:lnR>
                    <a:lnT w="6350">
                      <a:solidFill>
                        <a:srgbClr val="F8A81D"/>
                      </a:solidFill>
                      <a:prstDash val="solid"/>
                    </a:lnT>
                    <a:lnB w="6350">
                      <a:solidFill>
                        <a:srgbClr val="F8A81D"/>
                      </a:solidFill>
                      <a:prstDash val="solid"/>
                    </a:lnB>
                    <a:solidFill>
                      <a:srgbClr val="F8A81D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65">
                          <a:latin typeface="Tahoma"/>
                          <a:cs typeface="Tahoma"/>
                        </a:rPr>
                        <a:t>High</a:t>
                      </a:r>
                      <a:r>
                        <a:rPr sz="1400" spc="-225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5">
                          <a:latin typeface="Tahoma"/>
                          <a:cs typeface="Tahoma"/>
                        </a:rPr>
                        <a:t>chance</a:t>
                      </a:r>
                      <a:r>
                        <a:rPr sz="1400" spc="-135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0">
                          <a:latin typeface="Tahoma"/>
                          <a:cs typeface="Tahoma"/>
                        </a:rPr>
                        <a:t>of</a:t>
                      </a:r>
                      <a:r>
                        <a:rPr sz="1400" spc="-11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45">
                          <a:latin typeface="Tahoma"/>
                          <a:cs typeface="Tahoma"/>
                        </a:rPr>
                        <a:t>double</a:t>
                      </a:r>
                      <a:r>
                        <a:rPr sz="1400" spc="-21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">
                          <a:latin typeface="Tahoma"/>
                          <a:cs typeface="Tahoma"/>
                        </a:rPr>
                        <a:t>booking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6350">
                      <a:solidFill>
                        <a:srgbClr val="F8A81D"/>
                      </a:solidFill>
                      <a:prstDash val="solid"/>
                    </a:lnL>
                    <a:lnR w="6350">
                      <a:solidFill>
                        <a:srgbClr val="F8A81D"/>
                      </a:solidFill>
                      <a:prstDash val="solid"/>
                    </a:lnR>
                    <a:lnT w="6350">
                      <a:solidFill>
                        <a:srgbClr val="F8A81D"/>
                      </a:solidFill>
                      <a:prstDash val="solid"/>
                    </a:lnT>
                    <a:lnB w="6350">
                      <a:solidFill>
                        <a:srgbClr val="F8A81D"/>
                      </a:solidFill>
                      <a:prstDash val="solid"/>
                    </a:lnB>
                    <a:solidFill>
                      <a:srgbClr val="F8A81D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159510" marR="347980" indent="-798195" algn="ctr">
                        <a:lnSpc>
                          <a:spcPts val="2100"/>
                        </a:lnSpc>
                        <a:spcBef>
                          <a:spcPts val="434"/>
                        </a:spcBef>
                      </a:pPr>
                      <a:r>
                        <a:rPr sz="1400" spc="-85">
                          <a:latin typeface="Tahoma"/>
                          <a:cs typeface="Tahoma"/>
                        </a:rPr>
                        <a:t>System</a:t>
                      </a:r>
                      <a:r>
                        <a:rPr sz="1400" spc="-165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80">
                          <a:latin typeface="Tahoma"/>
                          <a:cs typeface="Tahoma"/>
                        </a:rPr>
                        <a:t>prevents</a:t>
                      </a:r>
                      <a:r>
                        <a:rPr sz="1400" spc="-185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30">
                          <a:latin typeface="Tahoma"/>
                          <a:cs typeface="Tahoma"/>
                        </a:rPr>
                        <a:t>duplicate </a:t>
                      </a:r>
                      <a:r>
                        <a:rPr sz="1400" spc="-10">
                          <a:latin typeface="Tahoma"/>
                          <a:cs typeface="Tahoma"/>
                        </a:rPr>
                        <a:t>bookings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5244" marB="0">
                    <a:lnL w="6350">
                      <a:solidFill>
                        <a:srgbClr val="F8A81D"/>
                      </a:solidFill>
                      <a:prstDash val="solid"/>
                    </a:lnL>
                    <a:lnR w="6350">
                      <a:solidFill>
                        <a:srgbClr val="F8A81D"/>
                      </a:solidFill>
                      <a:prstDash val="solid"/>
                    </a:lnR>
                    <a:lnT w="6350">
                      <a:solidFill>
                        <a:srgbClr val="F8A81D"/>
                      </a:solidFill>
                      <a:prstDash val="solid"/>
                    </a:lnT>
                    <a:lnB w="6350">
                      <a:solidFill>
                        <a:srgbClr val="F8A81D"/>
                      </a:solidFill>
                      <a:prstDash val="solid"/>
                    </a:lnB>
                    <a:solidFill>
                      <a:srgbClr val="F8A81D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78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5">
                          <a:latin typeface="Tahoma"/>
                          <a:cs typeface="Tahoma"/>
                        </a:rPr>
                        <a:t>Booking</a:t>
                      </a:r>
                      <a:r>
                        <a:rPr sz="1400" spc="-13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">
                          <a:latin typeface="Tahoma"/>
                          <a:cs typeface="Tahoma"/>
                        </a:rPr>
                        <a:t>Management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41275" marB="0">
                    <a:lnL w="6350">
                      <a:solidFill>
                        <a:srgbClr val="F8A81D"/>
                      </a:solidFill>
                      <a:prstDash val="solid"/>
                    </a:lnL>
                    <a:lnR w="6350">
                      <a:solidFill>
                        <a:srgbClr val="F8A81D"/>
                      </a:solidFill>
                      <a:prstDash val="solid"/>
                    </a:lnR>
                    <a:lnT w="6350">
                      <a:solidFill>
                        <a:srgbClr val="F8A81D"/>
                      </a:solidFill>
                      <a:prstDash val="solid"/>
                    </a:lnT>
                    <a:lnB w="6350">
                      <a:solidFill>
                        <a:srgbClr val="F8A81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9355" marR="406400" indent="-761365" algn="ctr">
                        <a:lnSpc>
                          <a:spcPts val="2110"/>
                        </a:lnSpc>
                        <a:spcBef>
                          <a:spcPts val="434"/>
                        </a:spcBef>
                      </a:pPr>
                      <a:r>
                        <a:rPr sz="1400" spc="-80">
                          <a:latin typeface="Tahoma"/>
                          <a:cs typeface="Tahoma"/>
                        </a:rPr>
                        <a:t>Managed</a:t>
                      </a:r>
                      <a:r>
                        <a:rPr sz="1400" spc="-15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5">
                          <a:latin typeface="Tahoma"/>
                          <a:cs typeface="Tahoma"/>
                        </a:rPr>
                        <a:t>manually</a:t>
                      </a:r>
                      <a:r>
                        <a:rPr sz="1400" spc="-18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45">
                          <a:latin typeface="Tahoma"/>
                          <a:cs typeface="Tahoma"/>
                        </a:rPr>
                        <a:t>using </a:t>
                      </a:r>
                      <a:r>
                        <a:rPr sz="1400" spc="-10">
                          <a:latin typeface="Tahoma"/>
                          <a:cs typeface="Tahoma"/>
                        </a:rPr>
                        <a:t>registers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5244" marB="0">
                    <a:lnL w="6350">
                      <a:solidFill>
                        <a:srgbClr val="F8A81D"/>
                      </a:solidFill>
                      <a:prstDash val="solid"/>
                    </a:lnL>
                    <a:lnR w="6350">
                      <a:solidFill>
                        <a:srgbClr val="F8A81D"/>
                      </a:solidFill>
                      <a:prstDash val="solid"/>
                    </a:lnR>
                    <a:lnT w="6350">
                      <a:solidFill>
                        <a:srgbClr val="F8A81D"/>
                      </a:solidFill>
                      <a:prstDash val="solid"/>
                    </a:lnT>
                    <a:lnB w="6350">
                      <a:solidFill>
                        <a:srgbClr val="F8A81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3410" marR="591820" indent="48895" algn="ctr">
                        <a:lnSpc>
                          <a:spcPts val="2110"/>
                        </a:lnSpc>
                        <a:spcBef>
                          <a:spcPts val="434"/>
                        </a:spcBef>
                      </a:pPr>
                      <a:r>
                        <a:rPr sz="1400" spc="-70">
                          <a:latin typeface="Tahoma"/>
                          <a:cs typeface="Tahoma"/>
                        </a:rPr>
                        <a:t>Automated</a:t>
                      </a:r>
                      <a:r>
                        <a:rPr sz="1400" spc="-114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">
                          <a:latin typeface="Tahoma"/>
                          <a:cs typeface="Tahoma"/>
                        </a:rPr>
                        <a:t>booking </a:t>
                      </a:r>
                      <a:r>
                        <a:rPr sz="1400" spc="-80">
                          <a:latin typeface="Tahoma"/>
                          <a:cs typeface="Tahoma"/>
                        </a:rPr>
                        <a:t>management</a:t>
                      </a:r>
                      <a:r>
                        <a:rPr sz="1400" spc="-105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70">
                          <a:latin typeface="Tahoma"/>
                          <a:cs typeface="Tahoma"/>
                        </a:rPr>
                        <a:t>system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5244" marB="0">
                    <a:lnL w="6350">
                      <a:solidFill>
                        <a:srgbClr val="F8A81D"/>
                      </a:solidFill>
                      <a:prstDash val="solid"/>
                    </a:lnL>
                    <a:lnR w="6350">
                      <a:solidFill>
                        <a:srgbClr val="F8A81D"/>
                      </a:solidFill>
                      <a:prstDash val="solid"/>
                    </a:lnR>
                    <a:lnT w="6350">
                      <a:solidFill>
                        <a:srgbClr val="F8A81D"/>
                      </a:solidFill>
                      <a:prstDash val="solid"/>
                    </a:lnT>
                    <a:lnB w="6350">
                      <a:solidFill>
                        <a:srgbClr val="F8A81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78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400" spc="-70">
                          <a:latin typeface="Tahoma"/>
                          <a:cs typeface="Tahoma"/>
                        </a:rPr>
                        <a:t>Access</a:t>
                      </a:r>
                      <a:r>
                        <a:rPr sz="1400" spc="-225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20">
                          <a:latin typeface="Tahoma"/>
                          <a:cs typeface="Tahoma"/>
                        </a:rPr>
                        <a:t>to</a:t>
                      </a:r>
                      <a:r>
                        <a:rPr sz="1400" spc="-225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">
                          <a:latin typeface="Tahoma"/>
                          <a:cs typeface="Tahoma"/>
                        </a:rPr>
                        <a:t>Accessories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42544" marB="0">
                    <a:lnL w="6350">
                      <a:solidFill>
                        <a:srgbClr val="F8A81D"/>
                      </a:solidFill>
                      <a:prstDash val="solid"/>
                    </a:lnL>
                    <a:lnR w="6350">
                      <a:solidFill>
                        <a:srgbClr val="F8A81D"/>
                      </a:solidFill>
                      <a:prstDash val="solid"/>
                    </a:lnR>
                    <a:lnT w="6350">
                      <a:solidFill>
                        <a:srgbClr val="F8A81D"/>
                      </a:solidFill>
                      <a:prstDash val="solid"/>
                    </a:lnT>
                    <a:lnB w="6350">
                      <a:solidFill>
                        <a:srgbClr val="F8A81D"/>
                      </a:solidFill>
                      <a:prstDash val="solid"/>
                    </a:lnB>
                    <a:solidFill>
                      <a:srgbClr val="F8A81D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50925" marR="145415" indent="-895985" algn="ctr">
                        <a:lnSpc>
                          <a:spcPts val="2100"/>
                        </a:lnSpc>
                        <a:spcBef>
                          <a:spcPts val="455"/>
                        </a:spcBef>
                      </a:pPr>
                      <a:r>
                        <a:rPr sz="1400" spc="-60">
                          <a:latin typeface="Tahoma"/>
                          <a:cs typeface="Tahoma"/>
                        </a:rPr>
                        <a:t>No</a:t>
                      </a:r>
                      <a:r>
                        <a:rPr sz="1400" spc="-145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70">
                          <a:latin typeface="Tahoma"/>
                          <a:cs typeface="Tahoma"/>
                        </a:rPr>
                        <a:t>integrated</a:t>
                      </a:r>
                      <a:r>
                        <a:rPr sz="1400" spc="-15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45">
                          <a:latin typeface="Tahoma"/>
                          <a:cs typeface="Tahoma"/>
                        </a:rPr>
                        <a:t>option</a:t>
                      </a:r>
                      <a:r>
                        <a:rPr sz="1400" spc="-13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85">
                          <a:latin typeface="Tahoma"/>
                          <a:cs typeface="Tahoma"/>
                        </a:rPr>
                        <a:t>for</a:t>
                      </a:r>
                      <a:r>
                        <a:rPr sz="1400" spc="-114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45">
                          <a:latin typeface="Tahoma"/>
                          <a:cs typeface="Tahoma"/>
                        </a:rPr>
                        <a:t>sports </a:t>
                      </a:r>
                      <a:r>
                        <a:rPr sz="1400" spc="-10">
                          <a:latin typeface="Tahoma"/>
                          <a:cs typeface="Tahoma"/>
                        </a:rPr>
                        <a:t>accessories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7785" marB="0">
                    <a:lnL w="6350">
                      <a:solidFill>
                        <a:srgbClr val="F8A81D"/>
                      </a:solidFill>
                      <a:prstDash val="solid"/>
                    </a:lnL>
                    <a:lnR w="6350">
                      <a:solidFill>
                        <a:srgbClr val="F8A81D"/>
                      </a:solidFill>
                      <a:prstDash val="solid"/>
                    </a:lnR>
                    <a:lnT w="6350">
                      <a:solidFill>
                        <a:srgbClr val="F8A81D"/>
                      </a:solidFill>
                      <a:prstDash val="solid"/>
                    </a:lnT>
                    <a:lnB w="6350">
                      <a:solidFill>
                        <a:srgbClr val="F8A81D"/>
                      </a:solidFill>
                      <a:prstDash val="solid"/>
                    </a:lnB>
                    <a:solidFill>
                      <a:srgbClr val="F8A81D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80110" marR="358140" indent="-503555" algn="ctr">
                        <a:lnSpc>
                          <a:spcPts val="2100"/>
                        </a:lnSpc>
                        <a:spcBef>
                          <a:spcPts val="455"/>
                        </a:spcBef>
                      </a:pPr>
                      <a:r>
                        <a:rPr sz="1400" spc="-80">
                          <a:latin typeface="Tahoma"/>
                          <a:cs typeface="Tahoma"/>
                        </a:rPr>
                        <a:t>Users</a:t>
                      </a:r>
                      <a:r>
                        <a:rPr sz="1400" spc="-15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70">
                          <a:latin typeface="Tahoma"/>
                          <a:cs typeface="Tahoma"/>
                        </a:rPr>
                        <a:t>can</a:t>
                      </a:r>
                      <a:r>
                        <a:rPr sz="1400" spc="-15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40">
                          <a:latin typeface="Tahoma"/>
                          <a:cs typeface="Tahoma"/>
                        </a:rPr>
                        <a:t>add</a:t>
                      </a:r>
                      <a:r>
                        <a:rPr sz="1400" spc="-17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5">
                          <a:latin typeface="Tahoma"/>
                          <a:cs typeface="Tahoma"/>
                        </a:rPr>
                        <a:t>accessories </a:t>
                      </a:r>
                      <a:r>
                        <a:rPr sz="1400" spc="-65">
                          <a:latin typeface="Tahoma"/>
                          <a:cs typeface="Tahoma"/>
                        </a:rPr>
                        <a:t>during</a:t>
                      </a:r>
                      <a:r>
                        <a:rPr sz="1400" spc="-19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">
                          <a:latin typeface="Tahoma"/>
                          <a:cs typeface="Tahoma"/>
                        </a:rPr>
                        <a:t>booking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7785" marB="0">
                    <a:lnL w="6350">
                      <a:solidFill>
                        <a:srgbClr val="F8A81D"/>
                      </a:solidFill>
                      <a:prstDash val="solid"/>
                    </a:lnL>
                    <a:lnR w="6350">
                      <a:solidFill>
                        <a:srgbClr val="F8A81D"/>
                      </a:solidFill>
                      <a:prstDash val="solid"/>
                    </a:lnR>
                    <a:lnT w="6350">
                      <a:solidFill>
                        <a:srgbClr val="F8A81D"/>
                      </a:solidFill>
                      <a:prstDash val="solid"/>
                    </a:lnT>
                    <a:lnB w="6350">
                      <a:solidFill>
                        <a:srgbClr val="F8A81D"/>
                      </a:solidFill>
                      <a:prstDash val="solid"/>
                    </a:lnB>
                    <a:solidFill>
                      <a:srgbClr val="F8A81D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7809"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400" spc="-70">
                          <a:latin typeface="Tahoma"/>
                          <a:cs typeface="Tahoma"/>
                        </a:rPr>
                        <a:t>User</a:t>
                      </a:r>
                      <a:r>
                        <a:rPr sz="1400" spc="-204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">
                          <a:latin typeface="Tahoma"/>
                          <a:cs typeface="Tahoma"/>
                        </a:rPr>
                        <a:t>Convenience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43180" marB="0">
                    <a:lnL w="6350">
                      <a:solidFill>
                        <a:srgbClr val="F8A81D"/>
                      </a:solidFill>
                      <a:prstDash val="solid"/>
                    </a:lnL>
                    <a:lnR w="6350">
                      <a:solidFill>
                        <a:srgbClr val="F8A81D"/>
                      </a:solidFill>
                      <a:prstDash val="solid"/>
                    </a:lnR>
                    <a:lnT w="6350">
                      <a:solidFill>
                        <a:srgbClr val="F8A81D"/>
                      </a:solidFill>
                      <a:prstDash val="solid"/>
                    </a:lnT>
                    <a:lnB w="6350">
                      <a:solidFill>
                        <a:srgbClr val="F8A81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1580" marR="381635" indent="-812800" algn="ctr">
                        <a:lnSpc>
                          <a:spcPts val="2100"/>
                        </a:lnSpc>
                        <a:spcBef>
                          <a:spcPts val="459"/>
                        </a:spcBef>
                      </a:pPr>
                      <a:r>
                        <a:rPr sz="1400" spc="-85">
                          <a:latin typeface="Tahoma"/>
                          <a:cs typeface="Tahoma"/>
                        </a:rPr>
                        <a:t>Time-</a:t>
                      </a:r>
                      <a:r>
                        <a:rPr sz="1400" spc="-60">
                          <a:latin typeface="Tahoma"/>
                          <a:cs typeface="Tahoma"/>
                        </a:rPr>
                        <a:t>consuming</a:t>
                      </a:r>
                      <a:r>
                        <a:rPr sz="1400" spc="-19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45">
                          <a:latin typeface="Tahoma"/>
                          <a:cs typeface="Tahoma"/>
                        </a:rPr>
                        <a:t>and</a:t>
                      </a:r>
                      <a:r>
                        <a:rPr sz="1400" spc="-125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30">
                          <a:latin typeface="Tahoma"/>
                          <a:cs typeface="Tahoma"/>
                        </a:rPr>
                        <a:t>less </a:t>
                      </a:r>
                      <a:r>
                        <a:rPr sz="1400" spc="-10">
                          <a:latin typeface="Tahoma"/>
                          <a:cs typeface="Tahoma"/>
                        </a:rPr>
                        <a:t>efficient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8419" marB="0">
                    <a:lnL w="6350">
                      <a:solidFill>
                        <a:srgbClr val="F8A81D"/>
                      </a:solidFill>
                      <a:prstDash val="solid"/>
                    </a:lnL>
                    <a:lnR w="6350">
                      <a:solidFill>
                        <a:srgbClr val="F8A81D"/>
                      </a:solidFill>
                      <a:prstDash val="solid"/>
                    </a:lnR>
                    <a:lnT w="6350">
                      <a:solidFill>
                        <a:srgbClr val="F8A81D"/>
                      </a:solidFill>
                      <a:prstDash val="solid"/>
                    </a:lnT>
                    <a:lnB w="6350">
                      <a:solidFill>
                        <a:srgbClr val="F8A81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2205" marR="147320" indent="-968375" algn="ctr">
                        <a:lnSpc>
                          <a:spcPts val="2100"/>
                        </a:lnSpc>
                        <a:spcBef>
                          <a:spcPts val="459"/>
                        </a:spcBef>
                      </a:pPr>
                      <a:r>
                        <a:rPr sz="1400" spc="-85">
                          <a:latin typeface="Tahoma"/>
                          <a:cs typeface="Tahoma"/>
                        </a:rPr>
                        <a:t>Fast,</a:t>
                      </a:r>
                      <a:r>
                        <a:rPr sz="1400" spc="-19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20">
                          <a:latin typeface="Tahoma"/>
                          <a:cs typeface="Tahoma"/>
                        </a:rPr>
                        <a:t>easy,</a:t>
                      </a:r>
                      <a:r>
                        <a:rPr sz="1400" spc="-10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70">
                          <a:latin typeface="Tahoma"/>
                          <a:cs typeface="Tahoma"/>
                        </a:rPr>
                        <a:t>and</a:t>
                      </a:r>
                      <a:r>
                        <a:rPr sz="1400" spc="-16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50">
                          <a:latin typeface="Tahoma"/>
                          <a:cs typeface="Tahoma"/>
                        </a:rPr>
                        <a:t>accessible</a:t>
                      </a:r>
                      <a:r>
                        <a:rPr sz="1400" spc="-20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40">
                          <a:latin typeface="Tahoma"/>
                          <a:cs typeface="Tahoma"/>
                        </a:rPr>
                        <a:t>from </a:t>
                      </a:r>
                      <a:r>
                        <a:rPr sz="1400" spc="-10">
                          <a:latin typeface="Tahoma"/>
                          <a:cs typeface="Tahoma"/>
                        </a:rPr>
                        <a:t>anywhere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8419" marB="0">
                    <a:lnL w="6350">
                      <a:solidFill>
                        <a:srgbClr val="F8A81D"/>
                      </a:solidFill>
                      <a:prstDash val="solid"/>
                    </a:lnL>
                    <a:lnR w="6350">
                      <a:solidFill>
                        <a:srgbClr val="F8A81D"/>
                      </a:solidFill>
                      <a:prstDash val="solid"/>
                    </a:lnR>
                    <a:lnT w="6350">
                      <a:solidFill>
                        <a:srgbClr val="F8A81D"/>
                      </a:solidFill>
                      <a:prstDash val="solid"/>
                    </a:lnT>
                    <a:lnB w="6350">
                      <a:solidFill>
                        <a:srgbClr val="F8A81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1963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-70">
                          <a:latin typeface="Tahoma"/>
                          <a:cs typeface="Tahoma"/>
                        </a:rPr>
                        <a:t>Record</a:t>
                      </a:r>
                      <a:r>
                        <a:rPr sz="1400" spc="-15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">
                          <a:latin typeface="Tahoma"/>
                          <a:cs typeface="Tahoma"/>
                        </a:rPr>
                        <a:t>Maintenance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44450" marB="0">
                    <a:lnL w="6350">
                      <a:solidFill>
                        <a:srgbClr val="F8A81D"/>
                      </a:solidFill>
                      <a:prstDash val="solid"/>
                    </a:lnL>
                    <a:lnR w="6350">
                      <a:solidFill>
                        <a:srgbClr val="F8A81D"/>
                      </a:solidFill>
                      <a:prstDash val="solid"/>
                    </a:lnR>
                    <a:lnT w="6350">
                      <a:solidFill>
                        <a:srgbClr val="F8A81D"/>
                      </a:solidFill>
                      <a:prstDash val="solid"/>
                    </a:lnT>
                    <a:lnB w="6350">
                      <a:solidFill>
                        <a:srgbClr val="F8A81D"/>
                      </a:solidFill>
                      <a:prstDash val="solid"/>
                    </a:lnB>
                    <a:solidFill>
                      <a:srgbClr val="F8A81D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400" spc="-70">
                          <a:latin typeface="Tahoma"/>
                          <a:cs typeface="Tahoma"/>
                        </a:rPr>
                        <a:t>Manual</a:t>
                      </a:r>
                      <a:r>
                        <a:rPr sz="1400" spc="-135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70">
                          <a:latin typeface="Tahoma"/>
                          <a:cs typeface="Tahoma"/>
                        </a:rPr>
                        <a:t>records</a:t>
                      </a:r>
                      <a:r>
                        <a:rPr sz="1400" spc="-14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65">
                          <a:latin typeface="Tahoma"/>
                          <a:cs typeface="Tahoma"/>
                        </a:rPr>
                        <a:t>prone</a:t>
                      </a:r>
                      <a:r>
                        <a:rPr sz="1400" spc="-13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60">
                          <a:latin typeface="Tahoma"/>
                          <a:cs typeface="Tahoma"/>
                        </a:rPr>
                        <a:t>to</a:t>
                      </a:r>
                      <a:r>
                        <a:rPr sz="1400" spc="-15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10">
                          <a:latin typeface="Tahoma"/>
                          <a:cs typeface="Tahoma"/>
                        </a:rPr>
                        <a:t>errors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44450" marB="0">
                    <a:lnL w="6350">
                      <a:solidFill>
                        <a:srgbClr val="F8A81D"/>
                      </a:solidFill>
                      <a:prstDash val="solid"/>
                    </a:lnL>
                    <a:lnR w="6350">
                      <a:solidFill>
                        <a:srgbClr val="F8A81D"/>
                      </a:solidFill>
                      <a:prstDash val="solid"/>
                    </a:lnR>
                    <a:lnT w="6350">
                      <a:solidFill>
                        <a:srgbClr val="F8A81D"/>
                      </a:solidFill>
                      <a:prstDash val="solid"/>
                    </a:lnT>
                    <a:lnB w="6350">
                      <a:solidFill>
                        <a:srgbClr val="F8A81D"/>
                      </a:solidFill>
                      <a:prstDash val="solid"/>
                    </a:lnB>
                    <a:solidFill>
                      <a:srgbClr val="F8A81D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36980" marR="234315" indent="-978535" algn="ctr">
                        <a:lnSpc>
                          <a:spcPts val="2100"/>
                        </a:lnSpc>
                        <a:spcBef>
                          <a:spcPts val="470"/>
                        </a:spcBef>
                      </a:pPr>
                      <a:r>
                        <a:rPr sz="1400" spc="-55">
                          <a:latin typeface="Tahoma"/>
                          <a:cs typeface="Tahoma"/>
                        </a:rPr>
                        <a:t>Digital</a:t>
                      </a:r>
                      <a:r>
                        <a:rPr sz="1400" spc="-20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65">
                          <a:latin typeface="Tahoma"/>
                          <a:cs typeface="Tahoma"/>
                        </a:rPr>
                        <a:t>database</a:t>
                      </a:r>
                      <a:r>
                        <a:rPr sz="1400" spc="-195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80">
                          <a:latin typeface="Tahoma"/>
                          <a:cs typeface="Tahoma"/>
                        </a:rPr>
                        <a:t>for</a:t>
                      </a:r>
                      <a:r>
                        <a:rPr sz="1400" spc="-11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45">
                          <a:latin typeface="Tahoma"/>
                          <a:cs typeface="Tahoma"/>
                        </a:rPr>
                        <a:t>accurate </a:t>
                      </a:r>
                      <a:r>
                        <a:rPr sz="1400" spc="-10">
                          <a:latin typeface="Tahoma"/>
                          <a:cs typeface="Tahoma"/>
                        </a:rPr>
                        <a:t>records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9690" marB="0">
                    <a:lnL w="6350">
                      <a:solidFill>
                        <a:srgbClr val="F8A81D"/>
                      </a:solidFill>
                      <a:prstDash val="solid"/>
                    </a:lnL>
                    <a:lnR w="6350">
                      <a:solidFill>
                        <a:srgbClr val="F8A81D"/>
                      </a:solidFill>
                      <a:prstDash val="solid"/>
                    </a:lnR>
                    <a:lnT w="6350">
                      <a:solidFill>
                        <a:srgbClr val="F8A81D"/>
                      </a:solidFill>
                      <a:prstDash val="solid"/>
                    </a:lnT>
                    <a:lnB w="6350">
                      <a:solidFill>
                        <a:srgbClr val="F8A81D"/>
                      </a:solidFill>
                      <a:prstDash val="solid"/>
                    </a:lnB>
                    <a:solidFill>
                      <a:srgbClr val="F8A81D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66060" y="122174"/>
            <a:ext cx="7526020" cy="575310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3600" b="1" spc="-40">
                <a:latin typeface="Trebuchet MS"/>
                <a:cs typeface="Trebuchet MS"/>
              </a:rPr>
              <a:t>Existing</a:t>
            </a:r>
            <a:r>
              <a:rPr sz="3600" b="1" spc="-130">
                <a:latin typeface="Trebuchet MS"/>
                <a:cs typeface="Trebuchet MS"/>
              </a:rPr>
              <a:t> </a:t>
            </a:r>
            <a:r>
              <a:rPr sz="3600" b="1" spc="-25">
                <a:latin typeface="Trebuchet MS"/>
                <a:cs typeface="Trebuchet MS"/>
              </a:rPr>
              <a:t>System</a:t>
            </a:r>
            <a:r>
              <a:rPr sz="3600" b="1" spc="-145">
                <a:latin typeface="Trebuchet MS"/>
                <a:cs typeface="Trebuchet MS"/>
              </a:rPr>
              <a:t> </a:t>
            </a:r>
            <a:r>
              <a:rPr sz="3600" b="1">
                <a:latin typeface="Trebuchet MS"/>
                <a:cs typeface="Trebuchet MS"/>
              </a:rPr>
              <a:t>Vs</a:t>
            </a:r>
            <a:r>
              <a:rPr sz="3600" b="1" spc="-114">
                <a:latin typeface="Trebuchet MS"/>
                <a:cs typeface="Trebuchet MS"/>
              </a:rPr>
              <a:t> </a:t>
            </a:r>
            <a:r>
              <a:rPr sz="3600" b="1">
                <a:latin typeface="Trebuchet MS"/>
                <a:cs typeface="Trebuchet MS"/>
              </a:rPr>
              <a:t>Proposed</a:t>
            </a:r>
            <a:r>
              <a:rPr sz="3600" b="1" spc="-145">
                <a:latin typeface="Trebuchet MS"/>
                <a:cs typeface="Trebuchet MS"/>
              </a:rPr>
              <a:t> </a:t>
            </a:r>
            <a:r>
              <a:rPr sz="3600" b="1" spc="-40">
                <a:latin typeface="Trebuchet MS"/>
                <a:cs typeface="Trebuchet MS"/>
              </a:rPr>
              <a:t>system</a:t>
            </a:r>
            <a:endParaRPr lang="en-US" sz="3600">
              <a:latin typeface="Trebuchet MS"/>
              <a:cs typeface="Trebuchet M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21EB1A-1F36-8201-46A7-174784C9919F}"/>
              </a:ext>
            </a:extLst>
          </p:cNvPr>
          <p:cNvSpPr/>
          <p:nvPr/>
        </p:nvSpPr>
        <p:spPr>
          <a:xfrm>
            <a:off x="2816135" y="692330"/>
            <a:ext cx="5905628" cy="45719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7089" y="597852"/>
            <a:ext cx="5926911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b="1" spc="-110">
                <a:solidFill>
                  <a:srgbClr val="00273A"/>
                </a:solidFill>
              </a:rPr>
              <a:t>Technology</a:t>
            </a:r>
            <a:r>
              <a:rPr b="1" spc="-190">
                <a:solidFill>
                  <a:srgbClr val="00273A"/>
                </a:solidFill>
              </a:rPr>
              <a:t> </a:t>
            </a:r>
            <a:r>
              <a:rPr b="1" spc="-55">
                <a:solidFill>
                  <a:srgbClr val="00273A"/>
                </a:solidFill>
              </a:rPr>
              <a:t>Stack</a:t>
            </a:r>
          </a:p>
        </p:txBody>
      </p:sp>
      <p:sp>
        <p:nvSpPr>
          <p:cNvPr id="3" name="object 3"/>
          <p:cNvSpPr/>
          <p:nvPr/>
        </p:nvSpPr>
        <p:spPr>
          <a:xfrm>
            <a:off x="2466085" y="1895475"/>
            <a:ext cx="2095500" cy="1447800"/>
          </a:xfrm>
          <a:custGeom>
            <a:avLst/>
            <a:gdLst/>
            <a:ahLst/>
            <a:cxnLst/>
            <a:rect l="l" t="t" r="r" b="b"/>
            <a:pathLst>
              <a:path w="2095500" h="1447800">
                <a:moveTo>
                  <a:pt x="1924558" y="0"/>
                </a:moveTo>
                <a:lnTo>
                  <a:pt x="170942" y="0"/>
                </a:lnTo>
                <a:lnTo>
                  <a:pt x="125515" y="7265"/>
                </a:lnTo>
                <a:lnTo>
                  <a:pt x="84685" y="27770"/>
                </a:lnTo>
                <a:lnTo>
                  <a:pt x="50085" y="59578"/>
                </a:lnTo>
                <a:lnTo>
                  <a:pt x="23349" y="100753"/>
                </a:lnTo>
                <a:lnTo>
                  <a:pt x="6109" y="149357"/>
                </a:lnTo>
                <a:lnTo>
                  <a:pt x="0" y="203453"/>
                </a:lnTo>
                <a:lnTo>
                  <a:pt x="0" y="1447800"/>
                </a:lnTo>
                <a:lnTo>
                  <a:pt x="2095500" y="1447800"/>
                </a:lnTo>
                <a:lnTo>
                  <a:pt x="2095500" y="203453"/>
                </a:lnTo>
                <a:lnTo>
                  <a:pt x="2089390" y="149357"/>
                </a:lnTo>
                <a:lnTo>
                  <a:pt x="2072150" y="100753"/>
                </a:lnTo>
                <a:lnTo>
                  <a:pt x="2045414" y="59578"/>
                </a:lnTo>
                <a:lnTo>
                  <a:pt x="2010814" y="27770"/>
                </a:lnTo>
                <a:lnTo>
                  <a:pt x="1969984" y="7265"/>
                </a:lnTo>
                <a:lnTo>
                  <a:pt x="1924558" y="0"/>
                </a:lnTo>
                <a:close/>
              </a:path>
            </a:pathLst>
          </a:custGeom>
          <a:solidFill>
            <a:srgbClr val="A773F4"/>
          </a:solidFill>
        </p:spPr>
        <p:txBody>
          <a:bodyPr wrap="square" lIns="0" tIns="0" rIns="0" bIns="0" rtlCol="0"/>
          <a:lstStyle/>
          <a:p>
            <a:pPr algn="just"/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036695" y="2793936"/>
            <a:ext cx="9582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b="1" spc="-110">
                <a:solidFill>
                  <a:srgbClr val="FFFFFF"/>
                </a:solidFill>
                <a:latin typeface="Tahoma"/>
                <a:cs typeface="Tahoma"/>
              </a:rPr>
              <a:t>Frontend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66085" y="2159097"/>
            <a:ext cx="2095500" cy="3070225"/>
            <a:chOff x="2314575" y="2159097"/>
            <a:chExt cx="2095500" cy="3070225"/>
          </a:xfrm>
        </p:grpSpPr>
        <p:sp>
          <p:nvSpPr>
            <p:cNvPr id="6" name="object 6"/>
            <p:cNvSpPr/>
            <p:nvPr/>
          </p:nvSpPr>
          <p:spPr>
            <a:xfrm>
              <a:off x="3235239" y="2465880"/>
              <a:ext cx="254635" cy="90170"/>
            </a:xfrm>
            <a:custGeom>
              <a:avLst/>
              <a:gdLst/>
              <a:ahLst/>
              <a:cxnLst/>
              <a:rect l="l" t="t" r="r" b="b"/>
              <a:pathLst>
                <a:path w="254635" h="90169">
                  <a:moveTo>
                    <a:pt x="14845" y="0"/>
                  </a:moveTo>
                  <a:lnTo>
                    <a:pt x="0" y="26154"/>
                  </a:lnTo>
                  <a:lnTo>
                    <a:pt x="0" y="89773"/>
                  </a:lnTo>
                  <a:lnTo>
                    <a:pt x="254487" y="89773"/>
                  </a:lnTo>
                  <a:lnTo>
                    <a:pt x="254487" y="67153"/>
                  </a:lnTo>
                  <a:lnTo>
                    <a:pt x="242470" y="55136"/>
                  </a:lnTo>
                  <a:lnTo>
                    <a:pt x="235345" y="46454"/>
                  </a:lnTo>
                  <a:lnTo>
                    <a:pt x="230010" y="36580"/>
                  </a:lnTo>
                  <a:lnTo>
                    <a:pt x="226663" y="25911"/>
                  </a:lnTo>
                  <a:lnTo>
                    <a:pt x="225504" y="14844"/>
                  </a:lnTo>
                  <a:lnTo>
                    <a:pt x="221262" y="10603"/>
                  </a:lnTo>
                  <a:lnTo>
                    <a:pt x="180861" y="29111"/>
                  </a:lnTo>
                  <a:lnTo>
                    <a:pt x="138118" y="37204"/>
                  </a:lnTo>
                  <a:lnTo>
                    <a:pt x="94935" y="34981"/>
                  </a:lnTo>
                  <a:lnTo>
                    <a:pt x="53210" y="22546"/>
                  </a:lnTo>
                  <a:lnTo>
                    <a:pt x="148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algn="just"/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4675" y="2185958"/>
              <a:ext cx="164710" cy="27073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199187" y="2159097"/>
              <a:ext cx="426084" cy="426084"/>
            </a:xfrm>
            <a:custGeom>
              <a:avLst/>
              <a:gdLst/>
              <a:ahLst/>
              <a:cxnLst/>
              <a:rect l="l" t="t" r="r" b="b"/>
              <a:pathLst>
                <a:path w="426085" h="426085">
                  <a:moveTo>
                    <a:pt x="342363" y="289818"/>
                  </a:moveTo>
                  <a:lnTo>
                    <a:pt x="260142" y="289818"/>
                  </a:lnTo>
                  <a:lnTo>
                    <a:pt x="284177" y="313145"/>
                  </a:lnTo>
                  <a:lnTo>
                    <a:pt x="283713" y="320931"/>
                  </a:lnTo>
                  <a:lnTo>
                    <a:pt x="361231" y="414228"/>
                  </a:lnTo>
                  <a:lnTo>
                    <a:pt x="387475" y="425803"/>
                  </a:lnTo>
                  <a:lnTo>
                    <a:pt x="401690" y="423472"/>
                  </a:lnTo>
                  <a:lnTo>
                    <a:pt x="414249" y="415641"/>
                  </a:lnTo>
                  <a:lnTo>
                    <a:pt x="422721" y="403481"/>
                  </a:lnTo>
                  <a:lnTo>
                    <a:pt x="425824" y="389399"/>
                  </a:lnTo>
                  <a:lnTo>
                    <a:pt x="423494" y="375184"/>
                  </a:lnTo>
                  <a:lnTo>
                    <a:pt x="415663" y="362626"/>
                  </a:lnTo>
                  <a:lnTo>
                    <a:pt x="413542" y="360505"/>
                  </a:lnTo>
                  <a:lnTo>
                    <a:pt x="347092" y="293352"/>
                  </a:lnTo>
                  <a:lnTo>
                    <a:pt x="342363" y="289818"/>
                  </a:lnTo>
                  <a:close/>
                </a:path>
                <a:path w="426085" h="426085">
                  <a:moveTo>
                    <a:pt x="161175" y="0"/>
                  </a:moveTo>
                  <a:lnTo>
                    <a:pt x="118063" y="5455"/>
                  </a:lnTo>
                  <a:lnTo>
                    <a:pt x="79488" y="21494"/>
                  </a:lnTo>
                  <a:lnTo>
                    <a:pt x="46921" y="46565"/>
                  </a:lnTo>
                  <a:lnTo>
                    <a:pt x="21835" y="79117"/>
                  </a:lnTo>
                  <a:lnTo>
                    <a:pt x="5704" y="117599"/>
                  </a:lnTo>
                  <a:lnTo>
                    <a:pt x="0" y="160460"/>
                  </a:lnTo>
                  <a:lnTo>
                    <a:pt x="5704" y="203380"/>
                  </a:lnTo>
                  <a:lnTo>
                    <a:pt x="21835" y="242038"/>
                  </a:lnTo>
                  <a:lnTo>
                    <a:pt x="46921" y="274885"/>
                  </a:lnTo>
                  <a:lnTo>
                    <a:pt x="79488" y="300369"/>
                  </a:lnTo>
                  <a:lnTo>
                    <a:pt x="118063" y="316938"/>
                  </a:lnTo>
                  <a:lnTo>
                    <a:pt x="161175" y="323041"/>
                  </a:lnTo>
                  <a:lnTo>
                    <a:pt x="187474" y="320931"/>
                  </a:lnTo>
                  <a:lnTo>
                    <a:pt x="213045" y="314647"/>
                  </a:lnTo>
                  <a:lnTo>
                    <a:pt x="237422" y="304254"/>
                  </a:lnTo>
                  <a:lnTo>
                    <a:pt x="260142" y="289818"/>
                  </a:lnTo>
                  <a:lnTo>
                    <a:pt x="342363" y="289818"/>
                  </a:lnTo>
                  <a:lnTo>
                    <a:pt x="339703" y="287830"/>
                  </a:lnTo>
                  <a:lnTo>
                    <a:pt x="331452" y="284163"/>
                  </a:lnTo>
                  <a:lnTo>
                    <a:pt x="327377" y="283456"/>
                  </a:lnTo>
                  <a:lnTo>
                    <a:pt x="313161" y="283456"/>
                  </a:lnTo>
                  <a:lnTo>
                    <a:pt x="289126" y="260129"/>
                  </a:lnTo>
                  <a:lnTo>
                    <a:pt x="298779" y="245285"/>
                  </a:lnTo>
                  <a:lnTo>
                    <a:pt x="63621" y="245285"/>
                  </a:lnTo>
                  <a:lnTo>
                    <a:pt x="38891" y="200807"/>
                  </a:lnTo>
                  <a:lnTo>
                    <a:pt x="33313" y="151889"/>
                  </a:lnTo>
                  <a:lnTo>
                    <a:pt x="46424" y="104429"/>
                  </a:lnTo>
                  <a:lnTo>
                    <a:pt x="77760" y="64325"/>
                  </a:lnTo>
                  <a:lnTo>
                    <a:pt x="116905" y="41087"/>
                  </a:lnTo>
                  <a:lnTo>
                    <a:pt x="161882" y="33223"/>
                  </a:lnTo>
                  <a:lnTo>
                    <a:pt x="256547" y="33223"/>
                  </a:lnTo>
                  <a:lnTo>
                    <a:pt x="243019" y="22672"/>
                  </a:lnTo>
                  <a:lnTo>
                    <a:pt x="204336" y="6103"/>
                  </a:lnTo>
                  <a:lnTo>
                    <a:pt x="161175" y="0"/>
                  </a:lnTo>
                  <a:close/>
                </a:path>
                <a:path w="426085" h="426085">
                  <a:moveTo>
                    <a:pt x="322538" y="282617"/>
                  </a:moveTo>
                  <a:lnTo>
                    <a:pt x="313161" y="283456"/>
                  </a:lnTo>
                  <a:lnTo>
                    <a:pt x="327377" y="283456"/>
                  </a:lnTo>
                  <a:lnTo>
                    <a:pt x="322538" y="282617"/>
                  </a:lnTo>
                  <a:close/>
                </a:path>
                <a:path w="426085" h="426085">
                  <a:moveTo>
                    <a:pt x="160468" y="220544"/>
                  </a:moveTo>
                  <a:lnTo>
                    <a:pt x="116231" y="225912"/>
                  </a:lnTo>
                  <a:lnTo>
                    <a:pt x="72767" y="240370"/>
                  </a:lnTo>
                  <a:lnTo>
                    <a:pt x="63621" y="245285"/>
                  </a:lnTo>
                  <a:lnTo>
                    <a:pt x="298779" y="245285"/>
                  </a:lnTo>
                  <a:lnTo>
                    <a:pt x="299238" y="244578"/>
                  </a:lnTo>
                  <a:lnTo>
                    <a:pt x="260142" y="244578"/>
                  </a:lnTo>
                  <a:lnTo>
                    <a:pt x="250058" y="240072"/>
                  </a:lnTo>
                  <a:lnTo>
                    <a:pt x="204705" y="225912"/>
                  </a:lnTo>
                  <a:lnTo>
                    <a:pt x="175302" y="221185"/>
                  </a:lnTo>
                  <a:lnTo>
                    <a:pt x="160468" y="220544"/>
                  </a:lnTo>
                  <a:close/>
                </a:path>
                <a:path w="426085" h="426085">
                  <a:moveTo>
                    <a:pt x="256547" y="33223"/>
                  </a:moveTo>
                  <a:lnTo>
                    <a:pt x="161882" y="33223"/>
                  </a:lnTo>
                  <a:lnTo>
                    <a:pt x="212106" y="43284"/>
                  </a:lnTo>
                  <a:lnTo>
                    <a:pt x="252985" y="70775"/>
                  </a:lnTo>
                  <a:lnTo>
                    <a:pt x="280477" y="111652"/>
                  </a:lnTo>
                  <a:lnTo>
                    <a:pt x="290539" y="161874"/>
                  </a:lnTo>
                  <a:lnTo>
                    <a:pt x="288573" y="184438"/>
                  </a:lnTo>
                  <a:lnTo>
                    <a:pt x="282763" y="206142"/>
                  </a:lnTo>
                  <a:lnTo>
                    <a:pt x="273242" y="226387"/>
                  </a:lnTo>
                  <a:lnTo>
                    <a:pt x="260142" y="244578"/>
                  </a:lnTo>
                  <a:lnTo>
                    <a:pt x="299238" y="244578"/>
                  </a:lnTo>
                  <a:lnTo>
                    <a:pt x="303562" y="237929"/>
                  </a:lnTo>
                  <a:lnTo>
                    <a:pt x="313956" y="214006"/>
                  </a:lnTo>
                  <a:lnTo>
                    <a:pt x="320241" y="188757"/>
                  </a:lnTo>
                  <a:lnTo>
                    <a:pt x="322350" y="162581"/>
                  </a:lnTo>
                  <a:lnTo>
                    <a:pt x="316891" y="119661"/>
                  </a:lnTo>
                  <a:lnTo>
                    <a:pt x="300829" y="81002"/>
                  </a:lnTo>
                  <a:lnTo>
                    <a:pt x="275694" y="48155"/>
                  </a:lnTo>
                  <a:lnTo>
                    <a:pt x="256547" y="332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algn="just"/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88257" y="2221302"/>
              <a:ext cx="142795" cy="14278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65579" y="2330161"/>
              <a:ext cx="163298" cy="12653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30042" y="2186091"/>
              <a:ext cx="98127" cy="12498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314575" y="3371850"/>
              <a:ext cx="2095500" cy="1857375"/>
            </a:xfrm>
            <a:custGeom>
              <a:avLst/>
              <a:gdLst/>
              <a:ahLst/>
              <a:cxnLst/>
              <a:rect l="l" t="t" r="r" b="b"/>
              <a:pathLst>
                <a:path w="2095500" h="1857375">
                  <a:moveTo>
                    <a:pt x="2095500" y="0"/>
                  </a:moveTo>
                  <a:lnTo>
                    <a:pt x="0" y="0"/>
                  </a:lnTo>
                  <a:lnTo>
                    <a:pt x="0" y="1686306"/>
                  </a:lnTo>
                  <a:lnTo>
                    <a:pt x="6109" y="1731786"/>
                  </a:lnTo>
                  <a:lnTo>
                    <a:pt x="23349" y="1772651"/>
                  </a:lnTo>
                  <a:lnTo>
                    <a:pt x="50085" y="1807273"/>
                  </a:lnTo>
                  <a:lnTo>
                    <a:pt x="84685" y="1834021"/>
                  </a:lnTo>
                  <a:lnTo>
                    <a:pt x="125515" y="1851264"/>
                  </a:lnTo>
                  <a:lnTo>
                    <a:pt x="170942" y="1857375"/>
                  </a:lnTo>
                  <a:lnTo>
                    <a:pt x="1924558" y="1857375"/>
                  </a:lnTo>
                  <a:lnTo>
                    <a:pt x="1969984" y="1851264"/>
                  </a:lnTo>
                  <a:lnTo>
                    <a:pt x="2010814" y="1834021"/>
                  </a:lnTo>
                  <a:lnTo>
                    <a:pt x="2045414" y="1807273"/>
                  </a:lnTo>
                  <a:lnTo>
                    <a:pt x="2072150" y="1772651"/>
                  </a:lnTo>
                  <a:lnTo>
                    <a:pt x="2089390" y="1731786"/>
                  </a:lnTo>
                  <a:lnTo>
                    <a:pt x="2095500" y="1686306"/>
                  </a:lnTo>
                  <a:lnTo>
                    <a:pt x="2095500" y="0"/>
                  </a:lnTo>
                  <a:close/>
                </a:path>
              </a:pathLst>
            </a:custGeom>
            <a:solidFill>
              <a:srgbClr val="ECE2FC"/>
            </a:solidFill>
          </p:spPr>
          <p:txBody>
            <a:bodyPr wrap="square" lIns="0" tIns="0" rIns="0" bIns="0" rtlCol="0"/>
            <a:lstStyle/>
            <a:p>
              <a:pPr algn="just"/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710814" y="3525099"/>
            <a:ext cx="1615309" cy="999633"/>
          </a:xfrm>
          <a:prstGeom prst="rect">
            <a:avLst/>
          </a:prstGeom>
        </p:spPr>
        <p:txBody>
          <a:bodyPr vert="horz" wrap="square" lIns="0" tIns="65405" rIns="0" bIns="0" rtlCol="0" anchor="t">
            <a:spAutoFit/>
          </a:bodyPr>
          <a:lstStyle/>
          <a:p>
            <a:pPr marL="298450" indent="-285750" algn="just">
              <a:lnSpc>
                <a:spcPct val="100000"/>
              </a:lnSpc>
              <a:spcBef>
                <a:spcPts val="515"/>
              </a:spcBef>
              <a:buClr>
                <a:srgbClr val="00CEE3"/>
              </a:buClr>
              <a:buFont typeface="Wingdings"/>
              <a:buChar char=""/>
              <a:tabLst>
                <a:tab pos="298450" algn="l"/>
              </a:tabLst>
            </a:pPr>
            <a:r>
              <a:rPr lang="en-US" spc="-20">
                <a:latin typeface="Tahoma"/>
                <a:cs typeface="Tahoma"/>
              </a:rPr>
              <a:t>HTML</a:t>
            </a:r>
            <a:endParaRPr>
              <a:latin typeface="Tahoma"/>
              <a:cs typeface="Tahoma"/>
            </a:endParaRPr>
          </a:p>
          <a:p>
            <a:pPr marL="298450" indent="-285750" algn="just">
              <a:lnSpc>
                <a:spcPct val="100000"/>
              </a:lnSpc>
              <a:spcBef>
                <a:spcPts val="425"/>
              </a:spcBef>
              <a:buClr>
                <a:srgbClr val="00CEE3"/>
              </a:buClr>
              <a:buFont typeface="Wingdings"/>
              <a:buChar char=""/>
              <a:tabLst>
                <a:tab pos="298450" algn="l"/>
              </a:tabLst>
            </a:pPr>
            <a:r>
              <a:rPr lang="en-US" spc="-25">
                <a:latin typeface="Tahoma"/>
                <a:cs typeface="Tahoma"/>
              </a:rPr>
              <a:t>CSS</a:t>
            </a:r>
            <a:endParaRPr>
              <a:latin typeface="Tahoma"/>
              <a:cs typeface="Tahoma"/>
            </a:endParaRPr>
          </a:p>
          <a:p>
            <a:pPr marL="298450" indent="-285750" algn="just">
              <a:lnSpc>
                <a:spcPct val="100000"/>
              </a:lnSpc>
              <a:spcBef>
                <a:spcPts val="420"/>
              </a:spcBef>
              <a:buClr>
                <a:srgbClr val="00CEE3"/>
              </a:buClr>
              <a:buFont typeface="Wingdings"/>
              <a:buChar char=""/>
              <a:tabLst>
                <a:tab pos="298450" algn="l"/>
              </a:tabLst>
            </a:pPr>
            <a:r>
              <a:rPr spc="-30">
                <a:latin typeface="Tahoma"/>
                <a:cs typeface="Tahoma"/>
              </a:rPr>
              <a:t>JavaScript</a:t>
            </a:r>
            <a:endParaRPr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210175" y="1914525"/>
            <a:ext cx="2095500" cy="1438275"/>
          </a:xfrm>
          <a:custGeom>
            <a:avLst/>
            <a:gdLst/>
            <a:ahLst/>
            <a:cxnLst/>
            <a:rect l="l" t="t" r="r" b="b"/>
            <a:pathLst>
              <a:path w="2095500" h="1438275">
                <a:moveTo>
                  <a:pt x="1924557" y="0"/>
                </a:moveTo>
                <a:lnTo>
                  <a:pt x="170941" y="0"/>
                </a:lnTo>
                <a:lnTo>
                  <a:pt x="125515" y="7214"/>
                </a:lnTo>
                <a:lnTo>
                  <a:pt x="84685" y="27577"/>
                </a:lnTo>
                <a:lnTo>
                  <a:pt x="50085" y="59166"/>
                </a:lnTo>
                <a:lnTo>
                  <a:pt x="23349" y="100057"/>
                </a:lnTo>
                <a:lnTo>
                  <a:pt x="6109" y="148328"/>
                </a:lnTo>
                <a:lnTo>
                  <a:pt x="0" y="202057"/>
                </a:lnTo>
                <a:lnTo>
                  <a:pt x="0" y="1438275"/>
                </a:lnTo>
                <a:lnTo>
                  <a:pt x="2095500" y="1438275"/>
                </a:lnTo>
                <a:lnTo>
                  <a:pt x="2095500" y="202057"/>
                </a:lnTo>
                <a:lnTo>
                  <a:pt x="2089390" y="148328"/>
                </a:lnTo>
                <a:lnTo>
                  <a:pt x="2072150" y="100057"/>
                </a:lnTo>
                <a:lnTo>
                  <a:pt x="2045414" y="59166"/>
                </a:lnTo>
                <a:lnTo>
                  <a:pt x="2010814" y="27577"/>
                </a:lnTo>
                <a:lnTo>
                  <a:pt x="1969984" y="7214"/>
                </a:lnTo>
                <a:lnTo>
                  <a:pt x="1924557" y="0"/>
                </a:lnTo>
                <a:close/>
              </a:path>
            </a:pathLst>
          </a:custGeom>
          <a:solidFill>
            <a:srgbClr val="00CEE3"/>
          </a:solidFill>
        </p:spPr>
        <p:txBody>
          <a:bodyPr wrap="square" lIns="0" tIns="0" rIns="0" bIns="0" rtlCol="0"/>
          <a:lstStyle/>
          <a:p>
            <a:pPr algn="just"/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817234" y="2806382"/>
            <a:ext cx="901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b="1" spc="-114">
                <a:solidFill>
                  <a:srgbClr val="FFFFFF"/>
                </a:solidFill>
                <a:latin typeface="Tahoma"/>
                <a:cs typeface="Tahoma"/>
              </a:rPr>
              <a:t>Backend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210175" y="2112779"/>
            <a:ext cx="2095500" cy="3126105"/>
            <a:chOff x="5210175" y="2112779"/>
            <a:chExt cx="2095500" cy="3126105"/>
          </a:xfrm>
        </p:grpSpPr>
        <p:sp>
          <p:nvSpPr>
            <p:cNvPr id="17" name="object 17"/>
            <p:cNvSpPr/>
            <p:nvPr/>
          </p:nvSpPr>
          <p:spPr>
            <a:xfrm>
              <a:off x="6098248" y="2112784"/>
              <a:ext cx="396240" cy="537845"/>
            </a:xfrm>
            <a:custGeom>
              <a:avLst/>
              <a:gdLst/>
              <a:ahLst/>
              <a:cxnLst/>
              <a:rect l="l" t="t" r="r" b="b"/>
              <a:pathLst>
                <a:path w="396239" h="537844">
                  <a:moveTo>
                    <a:pt x="395859" y="367576"/>
                  </a:moveTo>
                  <a:lnTo>
                    <a:pt x="385724" y="385394"/>
                  </a:lnTo>
                  <a:lnTo>
                    <a:pt x="357543" y="400913"/>
                  </a:lnTo>
                  <a:lnTo>
                    <a:pt x="353453" y="402094"/>
                  </a:lnTo>
                  <a:lnTo>
                    <a:pt x="353453" y="458050"/>
                  </a:lnTo>
                  <a:lnTo>
                    <a:pt x="353453" y="475018"/>
                  </a:lnTo>
                  <a:lnTo>
                    <a:pt x="347789" y="480669"/>
                  </a:lnTo>
                  <a:lnTo>
                    <a:pt x="330822" y="480669"/>
                  </a:lnTo>
                  <a:lnTo>
                    <a:pt x="325170" y="475018"/>
                  </a:lnTo>
                  <a:lnTo>
                    <a:pt x="325170" y="458050"/>
                  </a:lnTo>
                  <a:lnTo>
                    <a:pt x="330822" y="452399"/>
                  </a:lnTo>
                  <a:lnTo>
                    <a:pt x="347789" y="452399"/>
                  </a:lnTo>
                  <a:lnTo>
                    <a:pt x="353453" y="458050"/>
                  </a:lnTo>
                  <a:lnTo>
                    <a:pt x="353453" y="402094"/>
                  </a:lnTo>
                  <a:lnTo>
                    <a:pt x="314629" y="413181"/>
                  </a:lnTo>
                  <a:lnTo>
                    <a:pt x="260311" y="421233"/>
                  </a:lnTo>
                  <a:lnTo>
                    <a:pt x="197929" y="424129"/>
                  </a:lnTo>
                  <a:lnTo>
                    <a:pt x="135534" y="421233"/>
                  </a:lnTo>
                  <a:lnTo>
                    <a:pt x="81229" y="413181"/>
                  </a:lnTo>
                  <a:lnTo>
                    <a:pt x="38315" y="400913"/>
                  </a:lnTo>
                  <a:lnTo>
                    <a:pt x="10134" y="385394"/>
                  </a:lnTo>
                  <a:lnTo>
                    <a:pt x="0" y="367576"/>
                  </a:lnTo>
                  <a:lnTo>
                    <a:pt x="0" y="480669"/>
                  </a:lnTo>
                  <a:lnTo>
                    <a:pt x="38315" y="514019"/>
                  </a:lnTo>
                  <a:lnTo>
                    <a:pt x="81229" y="526275"/>
                  </a:lnTo>
                  <a:lnTo>
                    <a:pt x="135534" y="534327"/>
                  </a:lnTo>
                  <a:lnTo>
                    <a:pt x="197929" y="537222"/>
                  </a:lnTo>
                  <a:lnTo>
                    <a:pt x="260324" y="534327"/>
                  </a:lnTo>
                  <a:lnTo>
                    <a:pt x="314629" y="526275"/>
                  </a:lnTo>
                  <a:lnTo>
                    <a:pt x="357543" y="514019"/>
                  </a:lnTo>
                  <a:lnTo>
                    <a:pt x="385724" y="498500"/>
                  </a:lnTo>
                  <a:lnTo>
                    <a:pt x="395859" y="480669"/>
                  </a:lnTo>
                  <a:lnTo>
                    <a:pt x="395859" y="452399"/>
                  </a:lnTo>
                  <a:lnTo>
                    <a:pt x="395859" y="424129"/>
                  </a:lnTo>
                  <a:lnTo>
                    <a:pt x="395859" y="367576"/>
                  </a:lnTo>
                  <a:close/>
                </a:path>
                <a:path w="396239" h="537844">
                  <a:moveTo>
                    <a:pt x="395859" y="226199"/>
                  </a:moveTo>
                  <a:lnTo>
                    <a:pt x="385724" y="244030"/>
                  </a:lnTo>
                  <a:lnTo>
                    <a:pt x="357543" y="259537"/>
                  </a:lnTo>
                  <a:lnTo>
                    <a:pt x="353453" y="260718"/>
                  </a:lnTo>
                  <a:lnTo>
                    <a:pt x="353453" y="316674"/>
                  </a:lnTo>
                  <a:lnTo>
                    <a:pt x="353453" y="333641"/>
                  </a:lnTo>
                  <a:lnTo>
                    <a:pt x="347789" y="339305"/>
                  </a:lnTo>
                  <a:lnTo>
                    <a:pt x="330822" y="339305"/>
                  </a:lnTo>
                  <a:lnTo>
                    <a:pt x="325170" y="333641"/>
                  </a:lnTo>
                  <a:lnTo>
                    <a:pt x="325170" y="316674"/>
                  </a:lnTo>
                  <a:lnTo>
                    <a:pt x="330822" y="311023"/>
                  </a:lnTo>
                  <a:lnTo>
                    <a:pt x="347789" y="311023"/>
                  </a:lnTo>
                  <a:lnTo>
                    <a:pt x="353453" y="316674"/>
                  </a:lnTo>
                  <a:lnTo>
                    <a:pt x="353453" y="260718"/>
                  </a:lnTo>
                  <a:lnTo>
                    <a:pt x="314629" y="271805"/>
                  </a:lnTo>
                  <a:lnTo>
                    <a:pt x="260311" y="279857"/>
                  </a:lnTo>
                  <a:lnTo>
                    <a:pt x="197929" y="282752"/>
                  </a:lnTo>
                  <a:lnTo>
                    <a:pt x="135534" y="279857"/>
                  </a:lnTo>
                  <a:lnTo>
                    <a:pt x="81229" y="271805"/>
                  </a:lnTo>
                  <a:lnTo>
                    <a:pt x="38315" y="259537"/>
                  </a:lnTo>
                  <a:lnTo>
                    <a:pt x="10134" y="244030"/>
                  </a:lnTo>
                  <a:lnTo>
                    <a:pt x="0" y="226199"/>
                  </a:lnTo>
                  <a:lnTo>
                    <a:pt x="0" y="339305"/>
                  </a:lnTo>
                  <a:lnTo>
                    <a:pt x="38315" y="372643"/>
                  </a:lnTo>
                  <a:lnTo>
                    <a:pt x="81229" y="384898"/>
                  </a:lnTo>
                  <a:lnTo>
                    <a:pt x="135534" y="392950"/>
                  </a:lnTo>
                  <a:lnTo>
                    <a:pt x="197929" y="395846"/>
                  </a:lnTo>
                  <a:lnTo>
                    <a:pt x="260311" y="392950"/>
                  </a:lnTo>
                  <a:lnTo>
                    <a:pt x="314629" y="384898"/>
                  </a:lnTo>
                  <a:lnTo>
                    <a:pt x="357543" y="372643"/>
                  </a:lnTo>
                  <a:lnTo>
                    <a:pt x="385724" y="357124"/>
                  </a:lnTo>
                  <a:lnTo>
                    <a:pt x="395859" y="339305"/>
                  </a:lnTo>
                  <a:lnTo>
                    <a:pt x="395859" y="311023"/>
                  </a:lnTo>
                  <a:lnTo>
                    <a:pt x="395859" y="282752"/>
                  </a:lnTo>
                  <a:lnTo>
                    <a:pt x="395859" y="226199"/>
                  </a:lnTo>
                  <a:close/>
                </a:path>
                <a:path w="396239" h="537844">
                  <a:moveTo>
                    <a:pt x="395859" y="84823"/>
                  </a:moveTo>
                  <a:lnTo>
                    <a:pt x="385724" y="102654"/>
                  </a:lnTo>
                  <a:lnTo>
                    <a:pt x="357543" y="118173"/>
                  </a:lnTo>
                  <a:lnTo>
                    <a:pt x="353453" y="119341"/>
                  </a:lnTo>
                  <a:lnTo>
                    <a:pt x="353453" y="175310"/>
                  </a:lnTo>
                  <a:lnTo>
                    <a:pt x="353453" y="192265"/>
                  </a:lnTo>
                  <a:lnTo>
                    <a:pt x="347789" y="197929"/>
                  </a:lnTo>
                  <a:lnTo>
                    <a:pt x="330822" y="197929"/>
                  </a:lnTo>
                  <a:lnTo>
                    <a:pt x="325170" y="192265"/>
                  </a:lnTo>
                  <a:lnTo>
                    <a:pt x="325170" y="175310"/>
                  </a:lnTo>
                  <a:lnTo>
                    <a:pt x="330822" y="169646"/>
                  </a:lnTo>
                  <a:lnTo>
                    <a:pt x="347789" y="169646"/>
                  </a:lnTo>
                  <a:lnTo>
                    <a:pt x="353453" y="175310"/>
                  </a:lnTo>
                  <a:lnTo>
                    <a:pt x="353453" y="119341"/>
                  </a:lnTo>
                  <a:lnTo>
                    <a:pt x="314629" y="130429"/>
                  </a:lnTo>
                  <a:lnTo>
                    <a:pt x="260311" y="138480"/>
                  </a:lnTo>
                  <a:lnTo>
                    <a:pt x="197929" y="141376"/>
                  </a:lnTo>
                  <a:lnTo>
                    <a:pt x="135534" y="138480"/>
                  </a:lnTo>
                  <a:lnTo>
                    <a:pt x="81229" y="130429"/>
                  </a:lnTo>
                  <a:lnTo>
                    <a:pt x="38315" y="118173"/>
                  </a:lnTo>
                  <a:lnTo>
                    <a:pt x="10134" y="102654"/>
                  </a:lnTo>
                  <a:lnTo>
                    <a:pt x="0" y="84823"/>
                  </a:lnTo>
                  <a:lnTo>
                    <a:pt x="0" y="197929"/>
                  </a:lnTo>
                  <a:lnTo>
                    <a:pt x="38315" y="231267"/>
                  </a:lnTo>
                  <a:lnTo>
                    <a:pt x="81229" y="243522"/>
                  </a:lnTo>
                  <a:lnTo>
                    <a:pt x="135534" y="251574"/>
                  </a:lnTo>
                  <a:lnTo>
                    <a:pt x="197929" y="254469"/>
                  </a:lnTo>
                  <a:lnTo>
                    <a:pt x="260311" y="251574"/>
                  </a:lnTo>
                  <a:lnTo>
                    <a:pt x="314629" y="243522"/>
                  </a:lnTo>
                  <a:lnTo>
                    <a:pt x="357543" y="231267"/>
                  </a:lnTo>
                  <a:lnTo>
                    <a:pt x="385724" y="215747"/>
                  </a:lnTo>
                  <a:lnTo>
                    <a:pt x="395859" y="197929"/>
                  </a:lnTo>
                  <a:lnTo>
                    <a:pt x="395859" y="169646"/>
                  </a:lnTo>
                  <a:lnTo>
                    <a:pt x="395859" y="141376"/>
                  </a:lnTo>
                  <a:lnTo>
                    <a:pt x="395859" y="84823"/>
                  </a:lnTo>
                  <a:close/>
                </a:path>
                <a:path w="396239" h="537844">
                  <a:moveTo>
                    <a:pt x="395859" y="56553"/>
                  </a:moveTo>
                  <a:lnTo>
                    <a:pt x="357670" y="23152"/>
                  </a:lnTo>
                  <a:lnTo>
                    <a:pt x="314820" y="10909"/>
                  </a:lnTo>
                  <a:lnTo>
                    <a:pt x="260489" y="2882"/>
                  </a:lnTo>
                  <a:lnTo>
                    <a:pt x="197929" y="0"/>
                  </a:lnTo>
                  <a:lnTo>
                    <a:pt x="135369" y="2882"/>
                  </a:lnTo>
                  <a:lnTo>
                    <a:pt x="81026" y="10909"/>
                  </a:lnTo>
                  <a:lnTo>
                    <a:pt x="38188" y="23152"/>
                  </a:lnTo>
                  <a:lnTo>
                    <a:pt x="10083" y="38671"/>
                  </a:lnTo>
                  <a:lnTo>
                    <a:pt x="0" y="56553"/>
                  </a:lnTo>
                  <a:lnTo>
                    <a:pt x="10083" y="74422"/>
                  </a:lnTo>
                  <a:lnTo>
                    <a:pt x="38188" y="89954"/>
                  </a:lnTo>
                  <a:lnTo>
                    <a:pt x="81026" y="102196"/>
                  </a:lnTo>
                  <a:lnTo>
                    <a:pt x="135369" y="110223"/>
                  </a:lnTo>
                  <a:lnTo>
                    <a:pt x="197929" y="113106"/>
                  </a:lnTo>
                  <a:lnTo>
                    <a:pt x="260489" y="110223"/>
                  </a:lnTo>
                  <a:lnTo>
                    <a:pt x="314820" y="102196"/>
                  </a:lnTo>
                  <a:lnTo>
                    <a:pt x="357670" y="89954"/>
                  </a:lnTo>
                  <a:lnTo>
                    <a:pt x="385775" y="74422"/>
                  </a:lnTo>
                  <a:lnTo>
                    <a:pt x="395859" y="565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algn="just"/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210175" y="3381375"/>
              <a:ext cx="2095500" cy="1857375"/>
            </a:xfrm>
            <a:custGeom>
              <a:avLst/>
              <a:gdLst/>
              <a:ahLst/>
              <a:cxnLst/>
              <a:rect l="l" t="t" r="r" b="b"/>
              <a:pathLst>
                <a:path w="2095500" h="1857375">
                  <a:moveTo>
                    <a:pt x="2095500" y="0"/>
                  </a:moveTo>
                  <a:lnTo>
                    <a:pt x="0" y="0"/>
                  </a:lnTo>
                  <a:lnTo>
                    <a:pt x="0" y="1686306"/>
                  </a:lnTo>
                  <a:lnTo>
                    <a:pt x="6109" y="1731786"/>
                  </a:lnTo>
                  <a:lnTo>
                    <a:pt x="23349" y="1772651"/>
                  </a:lnTo>
                  <a:lnTo>
                    <a:pt x="50085" y="1807273"/>
                  </a:lnTo>
                  <a:lnTo>
                    <a:pt x="84685" y="1834021"/>
                  </a:lnTo>
                  <a:lnTo>
                    <a:pt x="125515" y="1851264"/>
                  </a:lnTo>
                  <a:lnTo>
                    <a:pt x="170941" y="1857375"/>
                  </a:lnTo>
                  <a:lnTo>
                    <a:pt x="1924557" y="1857375"/>
                  </a:lnTo>
                  <a:lnTo>
                    <a:pt x="1969984" y="1851264"/>
                  </a:lnTo>
                  <a:lnTo>
                    <a:pt x="2010814" y="1834021"/>
                  </a:lnTo>
                  <a:lnTo>
                    <a:pt x="2045414" y="1807273"/>
                  </a:lnTo>
                  <a:lnTo>
                    <a:pt x="2072150" y="1772651"/>
                  </a:lnTo>
                  <a:lnTo>
                    <a:pt x="2089390" y="1731786"/>
                  </a:lnTo>
                  <a:lnTo>
                    <a:pt x="2095500" y="1686306"/>
                  </a:lnTo>
                  <a:lnTo>
                    <a:pt x="2095500" y="0"/>
                  </a:lnTo>
                  <a:close/>
                </a:path>
              </a:pathLst>
            </a:custGeom>
            <a:solidFill>
              <a:srgbClr val="E9F5F7"/>
            </a:solidFill>
          </p:spPr>
          <p:txBody>
            <a:bodyPr wrap="square" lIns="0" tIns="0" rIns="0" bIns="0" rtlCol="0"/>
            <a:lstStyle/>
            <a:p>
              <a:pPr algn="just"/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459984" y="3516009"/>
            <a:ext cx="1249184" cy="671979"/>
          </a:xfrm>
          <a:prstGeom prst="rect">
            <a:avLst/>
          </a:prstGeom>
        </p:spPr>
        <p:txBody>
          <a:bodyPr vert="horz" wrap="square" lIns="0" tIns="66040" rIns="0" bIns="0" rtlCol="0" anchor="t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520"/>
              </a:spcBef>
              <a:buClr>
                <a:srgbClr val="00CEE3"/>
              </a:buClr>
              <a:buFont typeface="Wingdings"/>
              <a:buChar char=""/>
              <a:tabLst>
                <a:tab pos="355600" algn="l"/>
              </a:tabLst>
            </a:pPr>
            <a:r>
              <a:rPr lang="en-US" spc="-25">
                <a:latin typeface="Tahoma"/>
                <a:cs typeface="Tahoma"/>
              </a:rPr>
              <a:t>PHP</a:t>
            </a:r>
            <a:endParaRPr err="1">
              <a:latin typeface="Tahoma"/>
              <a:cs typeface="Tahoma"/>
            </a:endParaRPr>
          </a:p>
          <a:p>
            <a:pPr marL="355600" indent="-342900" algn="just">
              <a:lnSpc>
                <a:spcPct val="100000"/>
              </a:lnSpc>
              <a:spcBef>
                <a:spcPts val="425"/>
              </a:spcBef>
              <a:buClr>
                <a:srgbClr val="00CEE3"/>
              </a:buClr>
              <a:buFont typeface="Wingdings"/>
              <a:buChar char=""/>
              <a:tabLst>
                <a:tab pos="355600" algn="l"/>
              </a:tabLst>
            </a:pPr>
            <a:r>
              <a:rPr spc="-65">
                <a:latin typeface="Tahoma"/>
                <a:cs typeface="Tahoma"/>
              </a:rPr>
              <a:t>MySQL</a:t>
            </a:r>
            <a:endParaRPr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897494" y="1895475"/>
            <a:ext cx="2095500" cy="1447800"/>
          </a:xfrm>
          <a:custGeom>
            <a:avLst/>
            <a:gdLst/>
            <a:ahLst/>
            <a:cxnLst/>
            <a:rect l="l" t="t" r="r" b="b"/>
            <a:pathLst>
              <a:path w="2095500" h="1447800">
                <a:moveTo>
                  <a:pt x="1924557" y="0"/>
                </a:moveTo>
                <a:lnTo>
                  <a:pt x="170942" y="0"/>
                </a:lnTo>
                <a:lnTo>
                  <a:pt x="125515" y="7265"/>
                </a:lnTo>
                <a:lnTo>
                  <a:pt x="84685" y="27770"/>
                </a:lnTo>
                <a:lnTo>
                  <a:pt x="50085" y="59578"/>
                </a:lnTo>
                <a:lnTo>
                  <a:pt x="23349" y="100753"/>
                </a:lnTo>
                <a:lnTo>
                  <a:pt x="6109" y="149357"/>
                </a:lnTo>
                <a:lnTo>
                  <a:pt x="0" y="203453"/>
                </a:lnTo>
                <a:lnTo>
                  <a:pt x="0" y="1447800"/>
                </a:lnTo>
                <a:lnTo>
                  <a:pt x="2095500" y="1447800"/>
                </a:lnTo>
                <a:lnTo>
                  <a:pt x="2095500" y="203453"/>
                </a:lnTo>
                <a:lnTo>
                  <a:pt x="2089390" y="149357"/>
                </a:lnTo>
                <a:lnTo>
                  <a:pt x="2072150" y="100753"/>
                </a:lnTo>
                <a:lnTo>
                  <a:pt x="2045414" y="59578"/>
                </a:lnTo>
                <a:lnTo>
                  <a:pt x="2010814" y="27770"/>
                </a:lnTo>
                <a:lnTo>
                  <a:pt x="1969984" y="7265"/>
                </a:lnTo>
                <a:lnTo>
                  <a:pt x="1924557" y="0"/>
                </a:lnTo>
                <a:close/>
              </a:path>
            </a:pathLst>
          </a:custGeom>
          <a:solidFill>
            <a:srgbClr val="A773F4"/>
          </a:solidFill>
        </p:spPr>
        <p:txBody>
          <a:bodyPr wrap="square" lIns="0" tIns="0" rIns="0" bIns="0" rtlCol="0"/>
          <a:lstStyle/>
          <a:p>
            <a:pPr algn="just"/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388095" y="2793936"/>
            <a:ext cx="11277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800" b="1" spc="-110">
                <a:solidFill>
                  <a:srgbClr val="FFFFFF"/>
                </a:solidFill>
                <a:latin typeface="Tahoma"/>
                <a:cs typeface="Tahoma"/>
              </a:rPr>
              <a:t>Tools</a:t>
            </a:r>
            <a:r>
              <a:rPr sz="1800" b="1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800" b="1" spc="-90">
                <a:solidFill>
                  <a:srgbClr val="FFFFFF"/>
                </a:solidFill>
                <a:latin typeface="Tahoma"/>
                <a:cs typeface="Tahoma"/>
              </a:rPr>
              <a:t>Used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897494" y="2092651"/>
            <a:ext cx="2095500" cy="3136900"/>
            <a:chOff x="8001000" y="2092651"/>
            <a:chExt cx="2095500" cy="3136900"/>
          </a:xfrm>
        </p:grpSpPr>
        <p:sp>
          <p:nvSpPr>
            <p:cNvPr id="23" name="object 23"/>
            <p:cNvSpPr/>
            <p:nvPr/>
          </p:nvSpPr>
          <p:spPr>
            <a:xfrm>
              <a:off x="8818448" y="2092654"/>
              <a:ext cx="461009" cy="558165"/>
            </a:xfrm>
            <a:custGeom>
              <a:avLst/>
              <a:gdLst/>
              <a:ahLst/>
              <a:cxnLst/>
              <a:rect l="l" t="t" r="r" b="b"/>
              <a:pathLst>
                <a:path w="461009" h="558164">
                  <a:moveTo>
                    <a:pt x="301142" y="390194"/>
                  </a:moveTo>
                  <a:lnTo>
                    <a:pt x="270040" y="374650"/>
                  </a:lnTo>
                  <a:lnTo>
                    <a:pt x="267779" y="367360"/>
                  </a:lnTo>
                  <a:lnTo>
                    <a:pt x="265176" y="360337"/>
                  </a:lnTo>
                  <a:lnTo>
                    <a:pt x="262750" y="354850"/>
                  </a:lnTo>
                  <a:lnTo>
                    <a:pt x="262191" y="353568"/>
                  </a:lnTo>
                  <a:lnTo>
                    <a:pt x="258724" y="347078"/>
                  </a:lnTo>
                  <a:lnTo>
                    <a:pt x="270040" y="313855"/>
                  </a:lnTo>
                  <a:lnTo>
                    <a:pt x="255905" y="299720"/>
                  </a:lnTo>
                  <a:lnTo>
                    <a:pt x="244589" y="288404"/>
                  </a:lnTo>
                  <a:lnTo>
                    <a:pt x="211366" y="299720"/>
                  </a:lnTo>
                  <a:lnTo>
                    <a:pt x="204774" y="296265"/>
                  </a:lnTo>
                  <a:lnTo>
                    <a:pt x="203593" y="295757"/>
                  </a:lnTo>
                  <a:lnTo>
                    <a:pt x="203593" y="407873"/>
                  </a:lnTo>
                  <a:lnTo>
                    <a:pt x="199478" y="428383"/>
                  </a:lnTo>
                  <a:lnTo>
                    <a:pt x="188214" y="445249"/>
                  </a:lnTo>
                  <a:lnTo>
                    <a:pt x="171386" y="456679"/>
                  </a:lnTo>
                  <a:lnTo>
                    <a:pt x="150571" y="460883"/>
                  </a:lnTo>
                  <a:lnTo>
                    <a:pt x="129768" y="456679"/>
                  </a:lnTo>
                  <a:lnTo>
                    <a:pt x="112928" y="445249"/>
                  </a:lnTo>
                  <a:lnTo>
                    <a:pt x="101663" y="428383"/>
                  </a:lnTo>
                  <a:lnTo>
                    <a:pt x="97548" y="407873"/>
                  </a:lnTo>
                  <a:lnTo>
                    <a:pt x="101701" y="387362"/>
                  </a:lnTo>
                  <a:lnTo>
                    <a:pt x="101765" y="387057"/>
                  </a:lnTo>
                  <a:lnTo>
                    <a:pt x="113195" y="370230"/>
                  </a:lnTo>
                  <a:lnTo>
                    <a:pt x="129908" y="359067"/>
                  </a:lnTo>
                  <a:lnTo>
                    <a:pt x="129565" y="359067"/>
                  </a:lnTo>
                  <a:lnTo>
                    <a:pt x="150571" y="354850"/>
                  </a:lnTo>
                  <a:lnTo>
                    <a:pt x="171386" y="359067"/>
                  </a:lnTo>
                  <a:lnTo>
                    <a:pt x="188214" y="370497"/>
                  </a:lnTo>
                  <a:lnTo>
                    <a:pt x="199478" y="387362"/>
                  </a:lnTo>
                  <a:lnTo>
                    <a:pt x="203593" y="407873"/>
                  </a:lnTo>
                  <a:lnTo>
                    <a:pt x="203593" y="295757"/>
                  </a:lnTo>
                  <a:lnTo>
                    <a:pt x="197853" y="293268"/>
                  </a:lnTo>
                  <a:lnTo>
                    <a:pt x="190792" y="290664"/>
                  </a:lnTo>
                  <a:lnTo>
                    <a:pt x="183794" y="288404"/>
                  </a:lnTo>
                  <a:lnTo>
                    <a:pt x="168249" y="257302"/>
                  </a:lnTo>
                  <a:lnTo>
                    <a:pt x="132905" y="257302"/>
                  </a:lnTo>
                  <a:lnTo>
                    <a:pt x="117348" y="288404"/>
                  </a:lnTo>
                  <a:lnTo>
                    <a:pt x="110058" y="290664"/>
                  </a:lnTo>
                  <a:lnTo>
                    <a:pt x="103035" y="293268"/>
                  </a:lnTo>
                  <a:lnTo>
                    <a:pt x="96278" y="296265"/>
                  </a:lnTo>
                  <a:lnTo>
                    <a:pt x="89776" y="299720"/>
                  </a:lnTo>
                  <a:lnTo>
                    <a:pt x="56553" y="288404"/>
                  </a:lnTo>
                  <a:lnTo>
                    <a:pt x="31813" y="313143"/>
                  </a:lnTo>
                  <a:lnTo>
                    <a:pt x="42418" y="346367"/>
                  </a:lnTo>
                  <a:lnTo>
                    <a:pt x="38963" y="352958"/>
                  </a:lnTo>
                  <a:lnTo>
                    <a:pt x="35966" y="359892"/>
                  </a:lnTo>
                  <a:lnTo>
                    <a:pt x="33375" y="366941"/>
                  </a:lnTo>
                  <a:lnTo>
                    <a:pt x="31102" y="373938"/>
                  </a:lnTo>
                  <a:lnTo>
                    <a:pt x="0" y="389496"/>
                  </a:lnTo>
                  <a:lnTo>
                    <a:pt x="0" y="424827"/>
                  </a:lnTo>
                  <a:lnTo>
                    <a:pt x="31102" y="440385"/>
                  </a:lnTo>
                  <a:lnTo>
                    <a:pt x="33375" y="447675"/>
                  </a:lnTo>
                  <a:lnTo>
                    <a:pt x="35966" y="454698"/>
                  </a:lnTo>
                  <a:lnTo>
                    <a:pt x="38963" y="461454"/>
                  </a:lnTo>
                  <a:lnTo>
                    <a:pt x="42418" y="467956"/>
                  </a:lnTo>
                  <a:lnTo>
                    <a:pt x="31813" y="501180"/>
                  </a:lnTo>
                  <a:lnTo>
                    <a:pt x="56553" y="525919"/>
                  </a:lnTo>
                  <a:lnTo>
                    <a:pt x="89776" y="515315"/>
                  </a:lnTo>
                  <a:lnTo>
                    <a:pt x="96278" y="518769"/>
                  </a:lnTo>
                  <a:lnTo>
                    <a:pt x="103035" y="521766"/>
                  </a:lnTo>
                  <a:lnTo>
                    <a:pt x="110058" y="524357"/>
                  </a:lnTo>
                  <a:lnTo>
                    <a:pt x="117348" y="526618"/>
                  </a:lnTo>
                  <a:lnTo>
                    <a:pt x="132905" y="557733"/>
                  </a:lnTo>
                  <a:lnTo>
                    <a:pt x="168249" y="557733"/>
                  </a:lnTo>
                  <a:lnTo>
                    <a:pt x="183794" y="526618"/>
                  </a:lnTo>
                  <a:lnTo>
                    <a:pt x="191084" y="524357"/>
                  </a:lnTo>
                  <a:lnTo>
                    <a:pt x="198107" y="521766"/>
                  </a:lnTo>
                  <a:lnTo>
                    <a:pt x="204876" y="518769"/>
                  </a:lnTo>
                  <a:lnTo>
                    <a:pt x="211366" y="515315"/>
                  </a:lnTo>
                  <a:lnTo>
                    <a:pt x="244589" y="526618"/>
                  </a:lnTo>
                  <a:lnTo>
                    <a:pt x="255587" y="515315"/>
                  </a:lnTo>
                  <a:lnTo>
                    <a:pt x="269328" y="501180"/>
                  </a:lnTo>
                  <a:lnTo>
                    <a:pt x="258724" y="468655"/>
                  </a:lnTo>
                  <a:lnTo>
                    <a:pt x="262191" y="462165"/>
                  </a:lnTo>
                  <a:lnTo>
                    <a:pt x="262750" y="460883"/>
                  </a:lnTo>
                  <a:lnTo>
                    <a:pt x="265176" y="455409"/>
                  </a:lnTo>
                  <a:lnTo>
                    <a:pt x="267779" y="448386"/>
                  </a:lnTo>
                  <a:lnTo>
                    <a:pt x="270040" y="441096"/>
                  </a:lnTo>
                  <a:lnTo>
                    <a:pt x="301142" y="425538"/>
                  </a:lnTo>
                  <a:lnTo>
                    <a:pt x="301142" y="390194"/>
                  </a:lnTo>
                  <a:close/>
                </a:path>
                <a:path w="461009" h="558164">
                  <a:moveTo>
                    <a:pt x="460908" y="132892"/>
                  </a:moveTo>
                  <a:lnTo>
                    <a:pt x="429806" y="117348"/>
                  </a:lnTo>
                  <a:lnTo>
                    <a:pt x="427532" y="110058"/>
                  </a:lnTo>
                  <a:lnTo>
                    <a:pt x="424942" y="103035"/>
                  </a:lnTo>
                  <a:lnTo>
                    <a:pt x="422516" y="97548"/>
                  </a:lnTo>
                  <a:lnTo>
                    <a:pt x="421944" y="96266"/>
                  </a:lnTo>
                  <a:lnTo>
                    <a:pt x="418490" y="89776"/>
                  </a:lnTo>
                  <a:lnTo>
                    <a:pt x="429806" y="56553"/>
                  </a:lnTo>
                  <a:lnTo>
                    <a:pt x="415658" y="42418"/>
                  </a:lnTo>
                  <a:lnTo>
                    <a:pt x="404355" y="31102"/>
                  </a:lnTo>
                  <a:lnTo>
                    <a:pt x="371132" y="42418"/>
                  </a:lnTo>
                  <a:lnTo>
                    <a:pt x="364629" y="38963"/>
                  </a:lnTo>
                  <a:lnTo>
                    <a:pt x="363347" y="38404"/>
                  </a:lnTo>
                  <a:lnTo>
                    <a:pt x="363347" y="150571"/>
                  </a:lnTo>
                  <a:lnTo>
                    <a:pt x="359143" y="171081"/>
                  </a:lnTo>
                  <a:lnTo>
                    <a:pt x="347713" y="187947"/>
                  </a:lnTo>
                  <a:lnTo>
                    <a:pt x="330847" y="199377"/>
                  </a:lnTo>
                  <a:lnTo>
                    <a:pt x="310337" y="203581"/>
                  </a:lnTo>
                  <a:lnTo>
                    <a:pt x="289521" y="199377"/>
                  </a:lnTo>
                  <a:lnTo>
                    <a:pt x="272694" y="187947"/>
                  </a:lnTo>
                  <a:lnTo>
                    <a:pt x="261429" y="171081"/>
                  </a:lnTo>
                  <a:lnTo>
                    <a:pt x="257314" y="150571"/>
                  </a:lnTo>
                  <a:lnTo>
                    <a:pt x="261518" y="130060"/>
                  </a:lnTo>
                  <a:lnTo>
                    <a:pt x="272961" y="113195"/>
                  </a:lnTo>
                  <a:lnTo>
                    <a:pt x="289826" y="101765"/>
                  </a:lnTo>
                  <a:lnTo>
                    <a:pt x="310337" y="97548"/>
                  </a:lnTo>
                  <a:lnTo>
                    <a:pt x="331139" y="101765"/>
                  </a:lnTo>
                  <a:lnTo>
                    <a:pt x="347980" y="113195"/>
                  </a:lnTo>
                  <a:lnTo>
                    <a:pt x="359244" y="130060"/>
                  </a:lnTo>
                  <a:lnTo>
                    <a:pt x="363347" y="150571"/>
                  </a:lnTo>
                  <a:lnTo>
                    <a:pt x="363347" y="38404"/>
                  </a:lnTo>
                  <a:lnTo>
                    <a:pt x="357873" y="35966"/>
                  </a:lnTo>
                  <a:lnTo>
                    <a:pt x="350850" y="33362"/>
                  </a:lnTo>
                  <a:lnTo>
                    <a:pt x="343560" y="31102"/>
                  </a:lnTo>
                  <a:lnTo>
                    <a:pt x="328002" y="0"/>
                  </a:lnTo>
                  <a:lnTo>
                    <a:pt x="292658" y="0"/>
                  </a:lnTo>
                  <a:lnTo>
                    <a:pt x="277114" y="31102"/>
                  </a:lnTo>
                  <a:lnTo>
                    <a:pt x="269824" y="33362"/>
                  </a:lnTo>
                  <a:lnTo>
                    <a:pt x="262788" y="35966"/>
                  </a:lnTo>
                  <a:lnTo>
                    <a:pt x="256032" y="38963"/>
                  </a:lnTo>
                  <a:lnTo>
                    <a:pt x="249542" y="42418"/>
                  </a:lnTo>
                  <a:lnTo>
                    <a:pt x="216319" y="31102"/>
                  </a:lnTo>
                  <a:lnTo>
                    <a:pt x="190868" y="56553"/>
                  </a:lnTo>
                  <a:lnTo>
                    <a:pt x="202171" y="89776"/>
                  </a:lnTo>
                  <a:lnTo>
                    <a:pt x="198716" y="96266"/>
                  </a:lnTo>
                  <a:lnTo>
                    <a:pt x="195732" y="103035"/>
                  </a:lnTo>
                  <a:lnTo>
                    <a:pt x="193128" y="110058"/>
                  </a:lnTo>
                  <a:lnTo>
                    <a:pt x="190868" y="117348"/>
                  </a:lnTo>
                  <a:lnTo>
                    <a:pt x="159766" y="132892"/>
                  </a:lnTo>
                  <a:lnTo>
                    <a:pt x="159766" y="168236"/>
                  </a:lnTo>
                  <a:lnTo>
                    <a:pt x="190868" y="183794"/>
                  </a:lnTo>
                  <a:lnTo>
                    <a:pt x="193040" y="190779"/>
                  </a:lnTo>
                  <a:lnTo>
                    <a:pt x="202171" y="211353"/>
                  </a:lnTo>
                  <a:lnTo>
                    <a:pt x="190868" y="244576"/>
                  </a:lnTo>
                  <a:lnTo>
                    <a:pt x="215607" y="269316"/>
                  </a:lnTo>
                  <a:lnTo>
                    <a:pt x="248831" y="258013"/>
                  </a:lnTo>
                  <a:lnTo>
                    <a:pt x="255333" y="261467"/>
                  </a:lnTo>
                  <a:lnTo>
                    <a:pt x="262089" y="264464"/>
                  </a:lnTo>
                  <a:lnTo>
                    <a:pt x="269113" y="267055"/>
                  </a:lnTo>
                  <a:lnTo>
                    <a:pt x="276402" y="269316"/>
                  </a:lnTo>
                  <a:lnTo>
                    <a:pt x="291960" y="300418"/>
                  </a:lnTo>
                  <a:lnTo>
                    <a:pt x="327304" y="300418"/>
                  </a:lnTo>
                  <a:lnTo>
                    <a:pt x="342849" y="269316"/>
                  </a:lnTo>
                  <a:lnTo>
                    <a:pt x="350139" y="267055"/>
                  </a:lnTo>
                  <a:lnTo>
                    <a:pt x="357162" y="264464"/>
                  </a:lnTo>
                  <a:lnTo>
                    <a:pt x="363931" y="261467"/>
                  </a:lnTo>
                  <a:lnTo>
                    <a:pt x="370420" y="258013"/>
                  </a:lnTo>
                  <a:lnTo>
                    <a:pt x="403644" y="269316"/>
                  </a:lnTo>
                  <a:lnTo>
                    <a:pt x="415277" y="258013"/>
                  </a:lnTo>
                  <a:lnTo>
                    <a:pt x="429094" y="244576"/>
                  </a:lnTo>
                  <a:lnTo>
                    <a:pt x="417779" y="211353"/>
                  </a:lnTo>
                  <a:lnTo>
                    <a:pt x="421297" y="204863"/>
                  </a:lnTo>
                  <a:lnTo>
                    <a:pt x="421906" y="203581"/>
                  </a:lnTo>
                  <a:lnTo>
                    <a:pt x="424459" y="198107"/>
                  </a:lnTo>
                  <a:lnTo>
                    <a:pt x="424586" y="197840"/>
                  </a:lnTo>
                  <a:lnTo>
                    <a:pt x="427304" y="191084"/>
                  </a:lnTo>
                  <a:lnTo>
                    <a:pt x="427431" y="190779"/>
                  </a:lnTo>
                  <a:lnTo>
                    <a:pt x="429806" y="183794"/>
                  </a:lnTo>
                  <a:lnTo>
                    <a:pt x="460908" y="168236"/>
                  </a:lnTo>
                  <a:lnTo>
                    <a:pt x="460908" y="13289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algn="just"/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001000" y="3371849"/>
              <a:ext cx="2095500" cy="1857375"/>
            </a:xfrm>
            <a:custGeom>
              <a:avLst/>
              <a:gdLst/>
              <a:ahLst/>
              <a:cxnLst/>
              <a:rect l="l" t="t" r="r" b="b"/>
              <a:pathLst>
                <a:path w="2095500" h="1857375">
                  <a:moveTo>
                    <a:pt x="2095500" y="0"/>
                  </a:moveTo>
                  <a:lnTo>
                    <a:pt x="0" y="0"/>
                  </a:lnTo>
                  <a:lnTo>
                    <a:pt x="0" y="1686306"/>
                  </a:lnTo>
                  <a:lnTo>
                    <a:pt x="6109" y="1731786"/>
                  </a:lnTo>
                  <a:lnTo>
                    <a:pt x="23349" y="1772651"/>
                  </a:lnTo>
                  <a:lnTo>
                    <a:pt x="50085" y="1807273"/>
                  </a:lnTo>
                  <a:lnTo>
                    <a:pt x="84685" y="1834021"/>
                  </a:lnTo>
                  <a:lnTo>
                    <a:pt x="125515" y="1851264"/>
                  </a:lnTo>
                  <a:lnTo>
                    <a:pt x="170942" y="1857375"/>
                  </a:lnTo>
                  <a:lnTo>
                    <a:pt x="1924557" y="1857375"/>
                  </a:lnTo>
                  <a:lnTo>
                    <a:pt x="1969984" y="1851264"/>
                  </a:lnTo>
                  <a:lnTo>
                    <a:pt x="2010814" y="1834021"/>
                  </a:lnTo>
                  <a:lnTo>
                    <a:pt x="2045414" y="1807273"/>
                  </a:lnTo>
                  <a:lnTo>
                    <a:pt x="2072150" y="1772651"/>
                  </a:lnTo>
                  <a:lnTo>
                    <a:pt x="2089390" y="1731786"/>
                  </a:lnTo>
                  <a:lnTo>
                    <a:pt x="2095500" y="1686306"/>
                  </a:lnTo>
                  <a:lnTo>
                    <a:pt x="2095500" y="0"/>
                  </a:lnTo>
                  <a:close/>
                </a:path>
              </a:pathLst>
            </a:custGeom>
            <a:solidFill>
              <a:srgbClr val="ECE2FC"/>
            </a:solidFill>
          </p:spPr>
          <p:txBody>
            <a:bodyPr wrap="square" lIns="0" tIns="0" rIns="0" bIns="0" rtlCol="0"/>
            <a:lstStyle/>
            <a:p>
              <a:pPr algn="just"/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144889" y="3525099"/>
            <a:ext cx="1822006" cy="999633"/>
          </a:xfrm>
          <a:prstGeom prst="rect">
            <a:avLst/>
          </a:prstGeom>
        </p:spPr>
        <p:txBody>
          <a:bodyPr vert="horz" wrap="square" lIns="0" tIns="65405" rIns="0" bIns="0" rtlCol="0" anchor="t">
            <a:spAutoFit/>
          </a:bodyPr>
          <a:lstStyle/>
          <a:p>
            <a:pPr marL="297815" indent="-285115" algn="just">
              <a:lnSpc>
                <a:spcPct val="100000"/>
              </a:lnSpc>
              <a:spcBef>
                <a:spcPts val="515"/>
              </a:spcBef>
              <a:buClr>
                <a:srgbClr val="00CEE3"/>
              </a:buClr>
              <a:buFont typeface="Wingdings"/>
              <a:buChar char=""/>
              <a:tabLst>
                <a:tab pos="297815" algn="l"/>
              </a:tabLst>
            </a:pPr>
            <a:r>
              <a:rPr spc="-120">
                <a:latin typeface="Tahoma"/>
                <a:cs typeface="Tahoma"/>
              </a:rPr>
              <a:t>Vs</a:t>
            </a:r>
            <a:r>
              <a:rPr spc="-180">
                <a:latin typeface="Tahoma"/>
                <a:cs typeface="Tahoma"/>
              </a:rPr>
              <a:t> </a:t>
            </a:r>
            <a:r>
              <a:rPr spc="-20">
                <a:latin typeface="Tahoma"/>
                <a:cs typeface="Tahoma"/>
              </a:rPr>
              <a:t>Code</a:t>
            </a:r>
            <a:endParaRPr>
              <a:latin typeface="Tahoma"/>
              <a:cs typeface="Tahoma"/>
            </a:endParaRPr>
          </a:p>
          <a:p>
            <a:pPr marL="297815" indent="-285115" algn="just">
              <a:lnSpc>
                <a:spcPct val="100000"/>
              </a:lnSpc>
              <a:spcBef>
                <a:spcPts val="425"/>
              </a:spcBef>
              <a:buClr>
                <a:srgbClr val="00CEE3"/>
              </a:buClr>
              <a:buFont typeface="Wingdings"/>
              <a:buChar char=""/>
              <a:tabLst>
                <a:tab pos="297815" algn="l"/>
              </a:tabLst>
            </a:pPr>
            <a:r>
              <a:rPr spc="-35">
                <a:latin typeface="Tahoma"/>
                <a:cs typeface="Tahoma"/>
              </a:rPr>
              <a:t>Git</a:t>
            </a:r>
            <a:r>
              <a:rPr spc="-200">
                <a:latin typeface="Tahoma"/>
                <a:cs typeface="Tahoma"/>
              </a:rPr>
              <a:t> </a:t>
            </a:r>
            <a:r>
              <a:rPr spc="-130">
                <a:latin typeface="Tahoma"/>
                <a:cs typeface="Tahoma"/>
              </a:rPr>
              <a:t>&amp;</a:t>
            </a:r>
            <a:r>
              <a:rPr spc="-160">
                <a:latin typeface="Tahoma"/>
                <a:cs typeface="Tahoma"/>
              </a:rPr>
              <a:t> </a:t>
            </a:r>
            <a:r>
              <a:rPr spc="-35">
                <a:latin typeface="Tahoma"/>
                <a:cs typeface="Tahoma"/>
              </a:rPr>
              <a:t>GitHub</a:t>
            </a:r>
            <a:endParaRPr>
              <a:latin typeface="Tahoma"/>
              <a:cs typeface="Tahoma"/>
            </a:endParaRPr>
          </a:p>
          <a:p>
            <a:pPr marL="297815" indent="-285115" algn="just">
              <a:lnSpc>
                <a:spcPct val="100000"/>
              </a:lnSpc>
              <a:spcBef>
                <a:spcPts val="420"/>
              </a:spcBef>
              <a:buClr>
                <a:srgbClr val="00CEE3"/>
              </a:buClr>
              <a:buFont typeface="Wingdings"/>
              <a:buChar char=""/>
              <a:tabLst>
                <a:tab pos="297815" algn="l"/>
              </a:tabLst>
            </a:pPr>
            <a:r>
              <a:rPr spc="-10" err="1">
                <a:latin typeface="Tahoma"/>
                <a:cs typeface="Tahoma"/>
              </a:rPr>
              <a:t>Xampp</a:t>
            </a:r>
            <a:endParaRPr err="1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2ACDDB-1F0D-6A5C-9DF1-B79BB869A2E2}"/>
              </a:ext>
            </a:extLst>
          </p:cNvPr>
          <p:cNvSpPr/>
          <p:nvPr/>
        </p:nvSpPr>
        <p:spPr>
          <a:xfrm>
            <a:off x="91" y="1298076"/>
            <a:ext cx="12178000" cy="57291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9B467E8-B09A-0AAA-8920-B7114EA9368A}"/>
              </a:ext>
            </a:extLst>
          </p:cNvPr>
          <p:cNvGrpSpPr/>
          <p:nvPr/>
        </p:nvGrpSpPr>
        <p:grpSpPr>
          <a:xfrm>
            <a:off x="1008069" y="1298076"/>
            <a:ext cx="10175862" cy="5537412"/>
            <a:chOff x="1125173" y="1049719"/>
            <a:chExt cx="9736055" cy="5354880"/>
          </a:xfrm>
        </p:grpSpPr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5DD935B0-72E2-CA5F-86C0-A389F80AD3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-117" b="11575"/>
            <a:stretch>
              <a:fillRect/>
            </a:stretch>
          </p:blipFill>
          <p:spPr>
            <a:xfrm>
              <a:off x="1125173" y="1049719"/>
              <a:ext cx="9736055" cy="5354880"/>
            </a:xfrm>
            <a:prstGeom prst="rect">
              <a:avLst/>
            </a:prstGeom>
            <a:effectLst>
              <a:outerShdw blurRad="50800" dist="38100" dir="2700000">
                <a:srgbClr val="000000">
                  <a:alpha val="40000"/>
                </a:srgbClr>
              </a:outerShdw>
            </a:effec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93D8130-3C2E-78E7-62AB-86805F703B98}"/>
                </a:ext>
              </a:extLst>
            </p:cNvPr>
            <p:cNvSpPr/>
            <p:nvPr/>
          </p:nvSpPr>
          <p:spPr>
            <a:xfrm>
              <a:off x="8024244" y="2325586"/>
              <a:ext cx="360456" cy="686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ea typeface="Calibri"/>
                <a:cs typeface="Calibri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4876F0E-95B9-98BD-7C8E-4DAC9C876003}"/>
                </a:ext>
              </a:extLst>
            </p:cNvPr>
            <p:cNvSpPr/>
            <p:nvPr/>
          </p:nvSpPr>
          <p:spPr>
            <a:xfrm>
              <a:off x="5166185" y="1512750"/>
              <a:ext cx="424056" cy="595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8F85397-3BA3-B5B8-986F-EA0AA24AF6CB}"/>
              </a:ext>
            </a:extLst>
          </p:cNvPr>
          <p:cNvSpPr txBox="1"/>
          <p:nvPr/>
        </p:nvSpPr>
        <p:spPr>
          <a:xfrm>
            <a:off x="2347632" y="272307"/>
            <a:ext cx="7496735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dirty="0">
                <a:solidFill>
                  <a:schemeClr val="tx1"/>
                </a:solidFill>
                <a:latin typeface="Tahoma"/>
                <a:ea typeface="Tahoma"/>
                <a:cs typeface="Tahoma"/>
              </a:rPr>
              <a:t>DATABASE DESIGN</a:t>
            </a:r>
            <a:endParaRPr lang="en-US" sz="4800" dirty="0">
              <a:solidFill>
                <a:schemeClr val="tx1"/>
              </a:solidFill>
              <a:latin typeface="Tahoma"/>
              <a:ea typeface="Tahoma"/>
              <a:cs typeface="Tahoma"/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5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EBAE7A-585C-ABE9-18B7-089E973B5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6EC6E8-A35B-7D27-C385-EF1690D34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09"/>
          <a:stretch>
            <a:fillRect/>
          </a:stretch>
        </p:blipFill>
        <p:spPr>
          <a:xfrm>
            <a:off x="1425063" y="1357670"/>
            <a:ext cx="9341874" cy="524960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AF70AB53-3B81-CAE8-FD60-D0E3AF61C9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32544" y="352046"/>
            <a:ext cx="5926911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b="1" spc="-110" dirty="0"/>
              <a:t>STRUCTURE CHART</a:t>
            </a:r>
            <a:endParaRPr b="1" spc="-55" dirty="0"/>
          </a:p>
        </p:txBody>
      </p:sp>
    </p:spTree>
    <p:extLst>
      <p:ext uri="{BB962C8B-B14F-4D97-AF65-F5344CB8AC3E}">
        <p14:creationId xmlns:p14="http://schemas.microsoft.com/office/powerpoint/2010/main" val="985140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BB06D-0E1D-67A5-764D-93B6ADC1E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1506E969-EA40-7627-59C4-316C9846BE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463451" y="-34242"/>
            <a:ext cx="13634268" cy="795473"/>
          </a:xfrm>
          <a:prstGeom prst="rect">
            <a:avLst/>
          </a:prstGeom>
        </p:spPr>
        <p:txBody>
          <a:bodyPr vert="horz" wrap="square" lIns="0" tIns="117220" rIns="0" bIns="0" rtlCol="0" anchor="t">
            <a:spAutoFit/>
          </a:bodyPr>
          <a:lstStyle/>
          <a:p>
            <a:pPr marL="3566795" algn="ctr">
              <a:spcBef>
                <a:spcPts val="105"/>
              </a:spcBef>
            </a:pPr>
            <a:r>
              <a:rPr lang="en-US" sz="4400" b="1" spc="-195">
                <a:latin typeface="Trebuchet MS"/>
                <a:cs typeface="Trebuchet MS"/>
              </a:rPr>
              <a:t>MODULES </a:t>
            </a:r>
            <a:endParaRPr lang="en-US" sz="4400" b="1" spc="-185">
              <a:latin typeface="Trebuchet MS"/>
              <a:cs typeface="Trebuchet M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AC3908-7FA6-AD13-8227-15440AE88168}"/>
              </a:ext>
            </a:extLst>
          </p:cNvPr>
          <p:cNvSpPr/>
          <p:nvPr/>
        </p:nvSpPr>
        <p:spPr>
          <a:xfrm>
            <a:off x="184821" y="1225461"/>
            <a:ext cx="5863224" cy="2647167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190B5153-5FBE-4ADA-68A2-EB4C4BAFFE79}"/>
              </a:ext>
            </a:extLst>
          </p:cNvPr>
          <p:cNvSpPr txBox="1"/>
          <p:nvPr/>
        </p:nvSpPr>
        <p:spPr>
          <a:xfrm>
            <a:off x="471023" y="1236001"/>
            <a:ext cx="5524499" cy="2686633"/>
          </a:xfrm>
          <a:prstGeom prst="rect">
            <a:avLst/>
          </a:prstGeom>
        </p:spPr>
        <p:txBody>
          <a:bodyPr vert="horz" wrap="square" lIns="0" tIns="130810" rIns="0" bIns="0" rtlCol="0" anchor="t">
            <a:spAutoFit/>
          </a:bodyPr>
          <a:lstStyle/>
          <a:p>
            <a:pPr marL="12700">
              <a:spcBef>
                <a:spcPts val="1030"/>
              </a:spcBef>
            </a:pPr>
            <a:r>
              <a:rPr lang="en-US" b="1" spc="-135">
                <a:solidFill>
                  <a:schemeClr val="tx1"/>
                </a:solidFill>
                <a:latin typeface="Tahoma"/>
                <a:ea typeface="Tahoma"/>
                <a:cs typeface="Tahoma"/>
              </a:rPr>
              <a:t>User Module</a:t>
            </a:r>
            <a:endParaRPr lang="en-US">
              <a:solidFill>
                <a:schemeClr val="tx1"/>
              </a:solidFill>
            </a:endParaRPr>
          </a:p>
          <a:p>
            <a:pPr marL="298450" indent="-285750" algn="l">
              <a:spcBef>
                <a:spcPts val="1030"/>
              </a:spcBef>
              <a:buFont typeface="Wingdings"/>
              <a:buChar char="Ø"/>
            </a:pPr>
            <a:r>
              <a:rPr lang="en-US" sz="1600" spc="-85">
                <a:solidFill>
                  <a:schemeClr val="tx1"/>
                </a:solidFill>
                <a:latin typeface="Tahoma"/>
                <a:cs typeface="Tahoma"/>
              </a:rPr>
              <a:t>Allows users to create an account and log in securely.</a:t>
            </a:r>
            <a:endParaRPr lang="en-US" sz="1600" spc="-85">
              <a:solidFill>
                <a:schemeClr val="tx1"/>
              </a:solidFill>
              <a:latin typeface="Tahoma"/>
              <a:ea typeface="Tahoma"/>
              <a:cs typeface="Tahoma"/>
            </a:endParaRPr>
          </a:p>
          <a:p>
            <a:pPr marL="298450" indent="-285750" algn="l">
              <a:spcBef>
                <a:spcPts val="1030"/>
              </a:spcBef>
              <a:buFont typeface="Wingdings"/>
              <a:buChar char="Ø"/>
            </a:pPr>
            <a:r>
              <a:rPr lang="en-US" sz="1600" spc="-85">
                <a:solidFill>
                  <a:schemeClr val="tx1"/>
                </a:solidFill>
                <a:latin typeface="Tahoma"/>
                <a:cs typeface="Tahoma"/>
              </a:rPr>
              <a:t>Users can browse available turfs and check time slots.</a:t>
            </a:r>
            <a:endParaRPr lang="en-US" sz="1600">
              <a:solidFill>
                <a:schemeClr val="tx1"/>
              </a:solidFill>
            </a:endParaRPr>
          </a:p>
          <a:p>
            <a:pPr marL="298450" indent="-285750" algn="l">
              <a:spcBef>
                <a:spcPts val="1030"/>
              </a:spcBef>
              <a:buFont typeface="Wingdings"/>
              <a:buChar char="Ø"/>
            </a:pPr>
            <a:r>
              <a:rPr lang="en-US" sz="1600" spc="-85">
                <a:solidFill>
                  <a:schemeClr val="tx1"/>
                </a:solidFill>
                <a:latin typeface="Tahoma"/>
                <a:cs typeface="Tahoma"/>
              </a:rPr>
              <a:t>Enables booking of turfs based on availability.</a:t>
            </a:r>
            <a:endParaRPr lang="en-US" sz="1600">
              <a:solidFill>
                <a:schemeClr val="tx1"/>
              </a:solidFill>
            </a:endParaRPr>
          </a:p>
          <a:p>
            <a:pPr marL="298450" indent="-285750" algn="l">
              <a:spcBef>
                <a:spcPts val="1030"/>
              </a:spcBef>
              <a:buFont typeface="Wingdings"/>
              <a:buChar char="Ø"/>
            </a:pPr>
            <a:r>
              <a:rPr lang="en-US" sz="1600" spc="-85">
                <a:solidFill>
                  <a:schemeClr val="tx1"/>
                </a:solidFill>
                <a:latin typeface="Tahoma"/>
                <a:cs typeface="Tahoma"/>
              </a:rPr>
              <a:t>Users can add sports accessories during booking.</a:t>
            </a:r>
            <a:endParaRPr lang="en-US" sz="1600">
              <a:solidFill>
                <a:schemeClr val="tx1"/>
              </a:solidFill>
            </a:endParaRPr>
          </a:p>
          <a:p>
            <a:pPr marL="298450" indent="-285750" algn="l">
              <a:spcBef>
                <a:spcPts val="1030"/>
              </a:spcBef>
              <a:buFont typeface="Wingdings"/>
              <a:buChar char="Ø"/>
            </a:pPr>
            <a:r>
              <a:rPr lang="en-US" sz="1600" spc="-85">
                <a:solidFill>
                  <a:schemeClr val="tx1"/>
                </a:solidFill>
                <a:latin typeface="Tahoma"/>
                <a:cs typeface="Tahoma"/>
              </a:rPr>
              <a:t>Allows users to view their profile and submit </a:t>
            </a:r>
            <a:r>
              <a:rPr lang="en-US" sz="1600" spc="-85">
                <a:solidFill>
                  <a:schemeClr val="tx1"/>
                </a:solidFill>
                <a:latin typeface="Tahoma"/>
                <a:ea typeface="Tahoma"/>
                <a:cs typeface="Tahoma"/>
              </a:rPr>
              <a:t>feedback</a:t>
            </a:r>
            <a:r>
              <a:rPr lang="en-US" sz="1600" spc="-85">
                <a:solidFill>
                  <a:schemeClr val="tx1"/>
                </a:solidFill>
                <a:latin typeface="Tahoma"/>
                <a:cs typeface="Tahoma"/>
              </a:rPr>
              <a:t>.</a:t>
            </a:r>
            <a:endParaRPr lang="en-US" sz="1600">
              <a:solidFill>
                <a:schemeClr val="tx1"/>
              </a:solidFill>
            </a:endParaRPr>
          </a:p>
          <a:p>
            <a:pPr marL="298450" indent="-285750">
              <a:spcBef>
                <a:spcPts val="1030"/>
              </a:spcBef>
              <a:buFont typeface="Wingdings"/>
              <a:buChar char="Ø"/>
            </a:pPr>
            <a:endParaRPr lang="en-US" sz="1800" spc="-85">
              <a:solidFill>
                <a:schemeClr val="tx1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A484824-BBAA-6A53-4CAB-3636EAC46C92}"/>
              </a:ext>
            </a:extLst>
          </p:cNvPr>
          <p:cNvSpPr/>
          <p:nvPr/>
        </p:nvSpPr>
        <p:spPr>
          <a:xfrm>
            <a:off x="6154487" y="1238969"/>
            <a:ext cx="5873661" cy="2664974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8F84F52-40EF-6246-7458-6487B309BE21}"/>
              </a:ext>
            </a:extLst>
          </p:cNvPr>
          <p:cNvSpPr/>
          <p:nvPr/>
        </p:nvSpPr>
        <p:spPr>
          <a:xfrm>
            <a:off x="3163129" y="4045812"/>
            <a:ext cx="5869519" cy="2632276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4BD30E46-97DF-9E44-C390-9BF218810AE0}"/>
              </a:ext>
            </a:extLst>
          </p:cNvPr>
          <p:cNvSpPr txBox="1"/>
          <p:nvPr/>
        </p:nvSpPr>
        <p:spPr>
          <a:xfrm>
            <a:off x="3775377" y="4399590"/>
            <a:ext cx="8941679" cy="2281394"/>
          </a:xfrm>
          <a:prstGeom prst="rect">
            <a:avLst/>
          </a:prstGeom>
        </p:spPr>
        <p:txBody>
          <a:bodyPr vert="horz" wrap="square" lIns="0" tIns="130810" rIns="0" bIns="0" rtlCol="0" anchor="t">
            <a:spAutoFit/>
          </a:bodyPr>
          <a:lstStyle/>
          <a:p>
            <a:pPr marL="12700">
              <a:spcBef>
                <a:spcPts val="1030"/>
              </a:spcBef>
            </a:pPr>
            <a:r>
              <a:rPr lang="en-US" b="1" spc="-135">
                <a:solidFill>
                  <a:schemeClr val="tx1"/>
                </a:solidFill>
                <a:latin typeface="Tahoma"/>
                <a:ea typeface="Tahoma"/>
                <a:cs typeface="Tahoma"/>
              </a:rPr>
              <a:t>Admin module</a:t>
            </a:r>
            <a:endParaRPr lang="en-US" sz="1800" b="1" spc="-135">
              <a:solidFill>
                <a:schemeClr val="tx1"/>
              </a:solidFill>
              <a:latin typeface="Tahoma"/>
              <a:ea typeface="Tahoma"/>
              <a:cs typeface="Tahoma"/>
            </a:endParaRPr>
          </a:p>
          <a:p>
            <a:pPr marL="298450" indent="-285750" algn="l">
              <a:spcBef>
                <a:spcPts val="1030"/>
              </a:spcBef>
              <a:buFont typeface="Wingdings"/>
              <a:buChar char="Ø"/>
            </a:pPr>
            <a:r>
              <a:rPr lang="en-US" sz="1600" spc="-85">
                <a:solidFill>
                  <a:schemeClr val="tx1"/>
                </a:solidFill>
                <a:latin typeface="Tahoma"/>
                <a:ea typeface="Tahoma"/>
                <a:cs typeface="Tahoma"/>
              </a:rPr>
              <a:t>Admin manages and monitors the entire system.</a:t>
            </a:r>
          </a:p>
          <a:p>
            <a:pPr marL="298450" indent="-285750" algn="l">
              <a:spcBef>
                <a:spcPts val="1030"/>
              </a:spcBef>
              <a:buFont typeface="Wingdings"/>
              <a:buChar char="Ø"/>
            </a:pPr>
            <a:r>
              <a:rPr lang="en-US" sz="1600" spc="-85">
                <a:solidFill>
                  <a:schemeClr val="tx1"/>
                </a:solidFill>
                <a:latin typeface="Tahoma"/>
                <a:ea typeface="Tahoma"/>
                <a:cs typeface="Tahoma"/>
              </a:rPr>
              <a:t>Approves turfs added by owners before listing.</a:t>
            </a:r>
            <a:endParaRPr lang="en-US" sz="1600">
              <a:solidFill>
                <a:schemeClr val="tx1"/>
              </a:solidFill>
            </a:endParaRPr>
          </a:p>
          <a:p>
            <a:pPr marL="298450" indent="-285750" algn="l">
              <a:spcBef>
                <a:spcPts val="1030"/>
              </a:spcBef>
              <a:buFont typeface="Wingdings"/>
              <a:buChar char="Ø"/>
            </a:pPr>
            <a:r>
              <a:rPr lang="en-US" sz="1600" spc="-85">
                <a:solidFill>
                  <a:schemeClr val="tx1"/>
                </a:solidFill>
                <a:latin typeface="Tahoma"/>
                <a:ea typeface="Tahoma"/>
                <a:cs typeface="Tahoma"/>
              </a:rPr>
              <a:t>Admin can manage users and turf records.</a:t>
            </a:r>
            <a:endParaRPr lang="en-US" sz="1600">
              <a:solidFill>
                <a:schemeClr val="tx1"/>
              </a:solidFill>
            </a:endParaRPr>
          </a:p>
          <a:p>
            <a:pPr marL="298450" indent="-285750" algn="l">
              <a:spcBef>
                <a:spcPts val="1030"/>
              </a:spcBef>
              <a:buFont typeface="Wingdings"/>
              <a:buChar char="Ø"/>
            </a:pPr>
            <a:r>
              <a:rPr lang="en-US" sz="1600" spc="-85">
                <a:solidFill>
                  <a:schemeClr val="tx1"/>
                </a:solidFill>
                <a:latin typeface="Tahoma"/>
                <a:ea typeface="Tahoma"/>
                <a:cs typeface="Tahoma"/>
              </a:rPr>
              <a:t>Allows viewing and monitoring all bookings.</a:t>
            </a:r>
            <a:endParaRPr lang="en-US" sz="1600">
              <a:solidFill>
                <a:schemeClr val="tx1"/>
              </a:solidFill>
            </a:endParaRPr>
          </a:p>
          <a:p>
            <a:pPr marL="298450" indent="-285750" algn="l">
              <a:spcBef>
                <a:spcPts val="1030"/>
              </a:spcBef>
              <a:buFont typeface="Wingdings"/>
              <a:buChar char="Ø"/>
            </a:pPr>
            <a:endParaRPr lang="en-US" sz="1600" spc="-85">
              <a:solidFill>
                <a:schemeClr val="tx1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495ED9-8DF5-2D4A-8565-09D457FBB4E7}"/>
              </a:ext>
            </a:extLst>
          </p:cNvPr>
          <p:cNvSpPr/>
          <p:nvPr/>
        </p:nvSpPr>
        <p:spPr>
          <a:xfrm flipV="1">
            <a:off x="4600942" y="763795"/>
            <a:ext cx="3195182" cy="8475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bject 8">
            <a:extLst>
              <a:ext uri="{FF2B5EF4-FFF2-40B4-BE49-F238E27FC236}">
                <a16:creationId xmlns:a16="http://schemas.microsoft.com/office/drawing/2014/main" id="{BD2B7296-98ED-2D8B-AF6F-8F1295E2A168}"/>
              </a:ext>
            </a:extLst>
          </p:cNvPr>
          <p:cNvSpPr txBox="1"/>
          <p:nvPr/>
        </p:nvSpPr>
        <p:spPr>
          <a:xfrm>
            <a:off x="6499787" y="1292030"/>
            <a:ext cx="5524499" cy="3061094"/>
          </a:xfrm>
          <a:prstGeom prst="rect">
            <a:avLst/>
          </a:prstGeom>
        </p:spPr>
        <p:txBody>
          <a:bodyPr vert="horz" wrap="square" lIns="0" tIns="130810" rIns="0" bIns="0" rtlCol="0" anchor="t">
            <a:spAutoFit/>
          </a:bodyPr>
          <a:lstStyle/>
          <a:p>
            <a:pPr marL="12700">
              <a:spcBef>
                <a:spcPts val="1030"/>
              </a:spcBef>
            </a:pPr>
            <a:r>
              <a:rPr lang="en-US" b="1" spc="-135">
                <a:solidFill>
                  <a:schemeClr val="tx1"/>
                </a:solidFill>
                <a:latin typeface="Tahoma"/>
                <a:ea typeface="Tahoma"/>
                <a:cs typeface="Tahoma"/>
              </a:rPr>
              <a:t>Owner module</a:t>
            </a:r>
          </a:p>
          <a:p>
            <a:pPr marL="298450" indent="-285750" algn="l">
              <a:spcBef>
                <a:spcPts val="1030"/>
              </a:spcBef>
              <a:buFont typeface="Wingdings"/>
              <a:buChar char="Ø"/>
            </a:pPr>
            <a:r>
              <a:rPr lang="en-US" sz="1600" spc="-85">
                <a:solidFill>
                  <a:schemeClr val="tx1"/>
                </a:solidFill>
                <a:latin typeface="Tahoma"/>
                <a:ea typeface="Tahoma"/>
                <a:cs typeface="Tahoma"/>
              </a:rPr>
              <a:t>Turf owners can log in to manage their turfs.</a:t>
            </a:r>
          </a:p>
          <a:p>
            <a:pPr marL="298450" indent="-285750" algn="l">
              <a:spcBef>
                <a:spcPts val="1030"/>
              </a:spcBef>
              <a:buFont typeface="Wingdings"/>
              <a:buChar char="Ø"/>
            </a:pPr>
            <a:r>
              <a:rPr lang="en-US" sz="1600" spc="-85">
                <a:solidFill>
                  <a:schemeClr val="tx1"/>
                </a:solidFill>
                <a:latin typeface="Tahoma"/>
                <a:ea typeface="Tahoma"/>
                <a:cs typeface="Tahoma"/>
              </a:rPr>
              <a:t>Owners can add new turf details to the system.</a:t>
            </a:r>
            <a:endParaRPr lang="en-US"/>
          </a:p>
          <a:p>
            <a:pPr marL="298450" indent="-285750" algn="l">
              <a:spcBef>
                <a:spcPts val="1030"/>
              </a:spcBef>
              <a:buFont typeface="Wingdings"/>
              <a:buChar char="Ø"/>
            </a:pPr>
            <a:r>
              <a:rPr lang="en-US" sz="1600" spc="-85">
                <a:solidFill>
                  <a:schemeClr val="tx1"/>
                </a:solidFill>
                <a:latin typeface="Tahoma"/>
                <a:ea typeface="Tahoma"/>
                <a:cs typeface="Tahoma"/>
              </a:rPr>
              <a:t>Allows updating turf information and availability.</a:t>
            </a:r>
            <a:endParaRPr lang="en-US"/>
          </a:p>
          <a:p>
            <a:pPr marL="298450" indent="-285750" algn="l">
              <a:spcBef>
                <a:spcPts val="1030"/>
              </a:spcBef>
              <a:buFont typeface="Wingdings"/>
              <a:buChar char="Ø"/>
            </a:pPr>
            <a:r>
              <a:rPr lang="en-US" sz="1600" spc="-85">
                <a:solidFill>
                  <a:schemeClr val="tx1"/>
                </a:solidFill>
                <a:latin typeface="Tahoma"/>
                <a:ea typeface="Tahoma"/>
                <a:cs typeface="Tahoma"/>
              </a:rPr>
              <a:t>Owners can manage sports equipment and accessories.</a:t>
            </a:r>
            <a:endParaRPr lang="en-US"/>
          </a:p>
          <a:p>
            <a:pPr marL="298450" indent="-285750" algn="l">
              <a:spcBef>
                <a:spcPts val="1030"/>
              </a:spcBef>
              <a:buFont typeface="Wingdings"/>
              <a:buChar char="Ø"/>
            </a:pPr>
            <a:r>
              <a:rPr lang="en-US" sz="1600" spc="-85">
                <a:solidFill>
                  <a:schemeClr val="tx1"/>
                </a:solidFill>
                <a:latin typeface="Tahoma"/>
                <a:ea typeface="Tahoma"/>
                <a:cs typeface="Tahoma"/>
              </a:rPr>
              <a:t>Provides access to view booking details made by users.</a:t>
            </a:r>
            <a:endParaRPr lang="en-US"/>
          </a:p>
          <a:p>
            <a:pPr marL="12700" algn="l">
              <a:spcBef>
                <a:spcPts val="1030"/>
              </a:spcBef>
            </a:pPr>
            <a:endParaRPr lang="en-US" sz="1600" spc="-85">
              <a:solidFill>
                <a:schemeClr val="tx1"/>
              </a:solidFill>
              <a:latin typeface="Tahoma"/>
              <a:ea typeface="Tahoma"/>
              <a:cs typeface="Tahoma"/>
            </a:endParaRPr>
          </a:p>
          <a:p>
            <a:pPr marL="298450" indent="-285750">
              <a:spcBef>
                <a:spcPts val="1030"/>
              </a:spcBef>
              <a:buFont typeface="Wingdings"/>
              <a:buChar char="Ø"/>
            </a:pPr>
            <a:endParaRPr lang="en-US" sz="1800" spc="-85">
              <a:solidFill>
                <a:schemeClr val="tx1"/>
              </a:solidFill>
              <a:latin typeface="Tahoma"/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09949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CB8EC-FD89-C250-66FE-4E8C24B5C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EEE863E-67BA-EDC9-E3E4-1BB655B422BA}"/>
              </a:ext>
            </a:extLst>
          </p:cNvPr>
          <p:cNvSpPr/>
          <p:nvPr/>
        </p:nvSpPr>
        <p:spPr>
          <a:xfrm>
            <a:off x="4645119" y="4116655"/>
            <a:ext cx="2971800" cy="24384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D6A36A17-37AC-F392-FB46-46F1FE1A3EA2}"/>
              </a:ext>
            </a:extLst>
          </p:cNvPr>
          <p:cNvSpPr txBox="1"/>
          <p:nvPr/>
        </p:nvSpPr>
        <p:spPr>
          <a:xfrm>
            <a:off x="4959227" y="4498938"/>
            <a:ext cx="2664460" cy="1645322"/>
          </a:xfrm>
          <a:prstGeom prst="rect">
            <a:avLst/>
          </a:prstGeom>
        </p:spPr>
        <p:txBody>
          <a:bodyPr vert="horz" wrap="square" lIns="0" tIns="13081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lang="en-IN" sz="1800" b="1" spc="-135">
                <a:solidFill>
                  <a:schemeClr val="tx1"/>
                </a:solidFill>
                <a:latin typeface="Tahoma"/>
                <a:cs typeface="Tahoma"/>
              </a:rPr>
              <a:t>Real-Time Availability Updates</a:t>
            </a:r>
          </a:p>
          <a:p>
            <a:pPr marL="298450" indent="-285750">
              <a:lnSpc>
                <a:spcPct val="100000"/>
              </a:lnSpc>
              <a:spcBef>
                <a:spcPts val="1030"/>
              </a:spcBef>
              <a:buFont typeface="Wingdings"/>
              <a:buChar char="Ø"/>
            </a:pPr>
            <a:r>
              <a:rPr lang="en-US" sz="1800" spc="-85">
                <a:latin typeface="Tahoma"/>
                <a:cs typeface="Tahoma"/>
              </a:rPr>
              <a:t>Updating booking slots immediately after reservations.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DA0FF11-8681-35A9-7A9C-299660A0BE1F}"/>
              </a:ext>
            </a:extLst>
          </p:cNvPr>
          <p:cNvSpPr/>
          <p:nvPr/>
        </p:nvSpPr>
        <p:spPr>
          <a:xfrm>
            <a:off x="762000" y="4116655"/>
            <a:ext cx="2971800" cy="24384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05B592F-07AF-D413-3E4A-F2E4EB2ACE2B}"/>
              </a:ext>
            </a:extLst>
          </p:cNvPr>
          <p:cNvSpPr/>
          <p:nvPr/>
        </p:nvSpPr>
        <p:spPr>
          <a:xfrm>
            <a:off x="8213751" y="1425034"/>
            <a:ext cx="2971800" cy="24384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06E7B6F-85C8-8014-F7F2-8ACFFE7109FF}"/>
              </a:ext>
            </a:extLst>
          </p:cNvPr>
          <p:cNvSpPr/>
          <p:nvPr/>
        </p:nvSpPr>
        <p:spPr>
          <a:xfrm>
            <a:off x="4645119" y="1425034"/>
            <a:ext cx="2971800" cy="24384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4E7823C-5DE9-1B3B-B01A-2B3E274EB980}"/>
              </a:ext>
            </a:extLst>
          </p:cNvPr>
          <p:cNvSpPr/>
          <p:nvPr/>
        </p:nvSpPr>
        <p:spPr>
          <a:xfrm>
            <a:off x="762000" y="1386979"/>
            <a:ext cx="2971800" cy="24384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99E5B20-8165-EEEB-877B-315D06004E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5172" y="187416"/>
            <a:ext cx="5731129" cy="752129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b="1" spc="-10" dirty="0"/>
              <a:t>Challenges Faced</a:t>
            </a:r>
            <a:endParaRPr lang="en-US" b="1" spc="-60" dirty="0">
              <a:ea typeface="Tahoma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F092226D-E126-198F-9CD1-1FCAF9319DB1}"/>
              </a:ext>
            </a:extLst>
          </p:cNvPr>
          <p:cNvSpPr txBox="1"/>
          <p:nvPr/>
        </p:nvSpPr>
        <p:spPr>
          <a:xfrm>
            <a:off x="1006449" y="1611782"/>
            <a:ext cx="2476500" cy="1922321"/>
          </a:xfrm>
          <a:prstGeom prst="rect">
            <a:avLst/>
          </a:prstGeom>
        </p:spPr>
        <p:txBody>
          <a:bodyPr vert="horz" wrap="square" lIns="0" tIns="13081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lang="en-US" sz="1800" b="1" spc="-135" dirty="0">
                <a:solidFill>
                  <a:schemeClr val="tx1"/>
                </a:solidFill>
                <a:latin typeface="Tahoma"/>
                <a:cs typeface="Tahoma"/>
              </a:rPr>
              <a:t>Database Design Complexity</a:t>
            </a:r>
          </a:p>
          <a:p>
            <a:pPr marL="298450" indent="-285750">
              <a:lnSpc>
                <a:spcPct val="100000"/>
              </a:lnSpc>
              <a:spcBef>
                <a:spcPts val="1030"/>
              </a:spcBef>
              <a:buFont typeface="Wingdings"/>
              <a:buChar char="Ø"/>
            </a:pPr>
            <a:r>
              <a:rPr lang="en-US" sz="1800" spc="-85" dirty="0">
                <a:solidFill>
                  <a:schemeClr val="tx1"/>
                </a:solidFill>
                <a:latin typeface="Tahoma"/>
                <a:cs typeface="Tahoma"/>
              </a:rPr>
              <a:t>Structuring tables and relationships for users, turfs, bookings, and accessories.</a:t>
            </a:r>
            <a:endParaRPr lang="en-US" sz="1800" dirty="0">
              <a:solidFill>
                <a:schemeClr val="tx1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1D55AE9-EF6C-FAF7-330E-EFA6F1BDE75F}"/>
              </a:ext>
            </a:extLst>
          </p:cNvPr>
          <p:cNvSpPr txBox="1"/>
          <p:nvPr/>
        </p:nvSpPr>
        <p:spPr>
          <a:xfrm>
            <a:off x="4746240" y="1603991"/>
            <a:ext cx="2664460" cy="1645322"/>
          </a:xfrm>
          <a:prstGeom prst="rect">
            <a:avLst/>
          </a:prstGeom>
        </p:spPr>
        <p:txBody>
          <a:bodyPr vert="horz" wrap="square" lIns="0" tIns="13081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lang="en-IN" sz="1800" b="1" spc="-135">
                <a:latin typeface="Tahoma"/>
                <a:cs typeface="Tahoma"/>
              </a:rPr>
              <a:t>Preventing Double Bookings</a:t>
            </a:r>
          </a:p>
          <a:p>
            <a:pPr marL="298450" indent="-285750">
              <a:lnSpc>
                <a:spcPct val="100000"/>
              </a:lnSpc>
              <a:spcBef>
                <a:spcPts val="1030"/>
              </a:spcBef>
              <a:buFont typeface="Wingdings"/>
              <a:buChar char="Ø"/>
            </a:pPr>
            <a:r>
              <a:rPr lang="en-US" sz="1800" spc="-85">
                <a:latin typeface="Tahoma"/>
                <a:cs typeface="Tahoma"/>
              </a:rPr>
              <a:t>Ensuring the same turf and time slot cannot be reserved multiple times.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900CC07-0774-2E4C-F2C3-C07D376F1ED8}"/>
              </a:ext>
            </a:extLst>
          </p:cNvPr>
          <p:cNvSpPr txBox="1"/>
          <p:nvPr/>
        </p:nvSpPr>
        <p:spPr>
          <a:xfrm>
            <a:off x="8613140" y="1634556"/>
            <a:ext cx="2664460" cy="1645322"/>
          </a:xfrm>
          <a:prstGeom prst="rect">
            <a:avLst/>
          </a:prstGeom>
        </p:spPr>
        <p:txBody>
          <a:bodyPr vert="horz" wrap="square" lIns="0" tIns="13081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lang="en-IN" sz="1800" b="1" spc="-135">
                <a:latin typeface="Tahoma"/>
                <a:cs typeface="Tahoma"/>
              </a:rPr>
              <a:t>User Authentication Issues</a:t>
            </a:r>
          </a:p>
          <a:p>
            <a:pPr marL="298450" indent="-285750">
              <a:lnSpc>
                <a:spcPct val="100000"/>
              </a:lnSpc>
              <a:spcBef>
                <a:spcPts val="1030"/>
              </a:spcBef>
              <a:buFont typeface="Wingdings"/>
              <a:buChar char="Ø"/>
            </a:pPr>
            <a:r>
              <a:rPr lang="en-US" sz="1800" spc="-85">
                <a:latin typeface="Tahoma"/>
                <a:cs typeface="Tahoma"/>
              </a:rPr>
              <a:t>Implementing secure login and session management.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062D76FF-59D3-3064-1243-7B002A63A9B9}"/>
              </a:ext>
            </a:extLst>
          </p:cNvPr>
          <p:cNvSpPr txBox="1"/>
          <p:nvPr/>
        </p:nvSpPr>
        <p:spPr>
          <a:xfrm>
            <a:off x="1006449" y="4503854"/>
            <a:ext cx="2476500" cy="1368323"/>
          </a:xfrm>
          <a:prstGeom prst="rect">
            <a:avLst/>
          </a:prstGeom>
        </p:spPr>
        <p:txBody>
          <a:bodyPr vert="horz" wrap="square" lIns="0" tIns="13081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lang="en-US" sz="1800" b="1" spc="-135">
                <a:latin typeface="Tahoma"/>
                <a:cs typeface="Tahoma"/>
              </a:rPr>
              <a:t>User Interface Design</a:t>
            </a:r>
          </a:p>
          <a:p>
            <a:pPr marL="298450" indent="-285750">
              <a:lnSpc>
                <a:spcPct val="100000"/>
              </a:lnSpc>
              <a:spcBef>
                <a:spcPts val="1030"/>
              </a:spcBef>
              <a:buFont typeface="Wingdings"/>
              <a:buChar char="Ø"/>
            </a:pPr>
            <a:r>
              <a:rPr lang="en-US" sz="1800" spc="-135">
                <a:latin typeface="Tahoma"/>
                <a:cs typeface="Tahoma"/>
              </a:rPr>
              <a:t>Designing a simple, responsive, and user-friendly layout.</a:t>
            </a:r>
            <a:endParaRPr lang="en-US" sz="1800">
              <a:latin typeface="Tahoma"/>
              <a:cs typeface="Tahoma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57902EE-B349-5DAD-CED9-607B43D9DD0D}"/>
              </a:ext>
            </a:extLst>
          </p:cNvPr>
          <p:cNvSpPr/>
          <p:nvPr/>
        </p:nvSpPr>
        <p:spPr>
          <a:xfrm>
            <a:off x="8213751" y="4116655"/>
            <a:ext cx="2971800" cy="24384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bject 10">
            <a:extLst>
              <a:ext uri="{FF2B5EF4-FFF2-40B4-BE49-F238E27FC236}">
                <a16:creationId xmlns:a16="http://schemas.microsoft.com/office/drawing/2014/main" id="{89346190-60A7-51EF-CB60-D6A0D900A72B}"/>
              </a:ext>
            </a:extLst>
          </p:cNvPr>
          <p:cNvSpPr txBox="1"/>
          <p:nvPr/>
        </p:nvSpPr>
        <p:spPr>
          <a:xfrm>
            <a:off x="8507362" y="4498938"/>
            <a:ext cx="2763381" cy="1368323"/>
          </a:xfrm>
          <a:prstGeom prst="rect">
            <a:avLst/>
          </a:prstGeom>
        </p:spPr>
        <p:txBody>
          <a:bodyPr vert="horz" wrap="square" lIns="0" tIns="13081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lang="en-US" sz="1800" b="1" spc="-135" dirty="0">
                <a:solidFill>
                  <a:schemeClr val="tx1"/>
                </a:solidFill>
                <a:latin typeface="Tahoma"/>
                <a:cs typeface="Tahoma"/>
              </a:rPr>
              <a:t>Managing Turf Availability Data</a:t>
            </a:r>
            <a:endParaRPr lang="en-US" sz="1800" b="1" spc="-135" dirty="0">
              <a:solidFill>
                <a:schemeClr val="tx1"/>
              </a:solidFill>
              <a:latin typeface="Tahoma"/>
              <a:ea typeface="Tahoma"/>
              <a:cs typeface="Tahoma"/>
            </a:endParaRPr>
          </a:p>
          <a:p>
            <a:pPr marL="298450" indent="-285750">
              <a:lnSpc>
                <a:spcPct val="100000"/>
              </a:lnSpc>
              <a:spcBef>
                <a:spcPts val="1030"/>
              </a:spcBef>
              <a:buFont typeface="Wingdings"/>
              <a:buChar char="Ø"/>
            </a:pPr>
            <a:r>
              <a:rPr lang="en-US" sz="1800" spc="-135" dirty="0">
                <a:solidFill>
                  <a:schemeClr val="tx1"/>
                </a:solidFill>
                <a:latin typeface="Tahoma"/>
                <a:cs typeface="Tahoma"/>
              </a:rPr>
              <a:t>Organizing time slots and booking details efficiently.</a:t>
            </a:r>
            <a:endParaRPr sz="1800" dirty="0">
              <a:solidFill>
                <a:schemeClr val="tx1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A7BD1A-FB56-C45D-95D4-47AE65A41A10}"/>
              </a:ext>
            </a:extLst>
          </p:cNvPr>
          <p:cNvSpPr/>
          <p:nvPr/>
        </p:nvSpPr>
        <p:spPr>
          <a:xfrm>
            <a:off x="530135" y="953289"/>
            <a:ext cx="5905628" cy="45719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835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4F1946E-CD37-5308-6E96-9A1291FC987A}"/>
              </a:ext>
            </a:extLst>
          </p:cNvPr>
          <p:cNvSpPr/>
          <p:nvPr/>
        </p:nvSpPr>
        <p:spPr>
          <a:xfrm>
            <a:off x="275649" y="1688469"/>
            <a:ext cx="11655306" cy="40386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object 7" descr="Envelope with solid fill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626106" y="2113588"/>
            <a:ext cx="1748538" cy="162021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338637" y="449220"/>
            <a:ext cx="351472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30"/>
              </a:spcBef>
            </a:pPr>
            <a:r>
              <a:rPr lang="en-US" sz="4400" b="1">
                <a:solidFill>
                  <a:schemeClr val="accent3">
                    <a:lumMod val="50000"/>
                  </a:schemeClr>
                </a:solidFill>
              </a:rPr>
              <a:t>Future Plan</a:t>
            </a:r>
          </a:p>
        </p:txBody>
      </p:sp>
      <p:pic>
        <p:nvPicPr>
          <p:cNvPr id="10" name="object 10" descr="Smart Phone with solid fill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925077" y="2173237"/>
            <a:ext cx="1411802" cy="1357193"/>
          </a:xfrm>
          <a:prstGeom prst="rect">
            <a:avLst/>
          </a:prstGeom>
        </p:spPr>
      </p:pic>
      <p:pic>
        <p:nvPicPr>
          <p:cNvPr id="11" name="object 11" descr="Lock with solid fill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525768" y="1961188"/>
            <a:ext cx="1748538" cy="1746581"/>
          </a:xfrm>
          <a:prstGeom prst="rect">
            <a:avLst/>
          </a:prstGeom>
        </p:spPr>
      </p:pic>
      <p:graphicFrame>
        <p:nvGraphicFramePr>
          <p:cNvPr id="12" name="object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296723"/>
              </p:ext>
            </p:extLst>
          </p:nvPr>
        </p:nvGraphicFramePr>
        <p:xfrm>
          <a:off x="758706" y="3918090"/>
          <a:ext cx="10530588" cy="1263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0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2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6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65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5485">
                <a:tc>
                  <a:txBody>
                    <a:bodyPr/>
                    <a:lstStyle/>
                    <a:p>
                      <a:pPr marR="522605" algn="ctr">
                        <a:lnSpc>
                          <a:spcPts val="2135"/>
                        </a:lnSpc>
                      </a:pPr>
                      <a:r>
                        <a:rPr lang="en-IN" sz="1800" b="1" spc="-140">
                          <a:latin typeface="Tahoma"/>
                          <a:cs typeface="Tahoma"/>
                        </a:rPr>
                        <a:t>Integrate Online Payment System</a:t>
                      </a:r>
                      <a:endParaRPr sz="1800" b="1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430" algn="ctr">
                        <a:lnSpc>
                          <a:spcPts val="2135"/>
                        </a:lnSpc>
                      </a:pPr>
                      <a:r>
                        <a:rPr lang="en-IN" sz="1800" b="1" spc="-140">
                          <a:latin typeface="Tahoma"/>
                          <a:cs typeface="Tahoma"/>
                        </a:rPr>
                        <a:t>Develop Mobile-Friendly Interface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ts val="2135"/>
                        </a:lnSpc>
                      </a:pPr>
                      <a:r>
                        <a:rPr lang="en-IN" sz="1800" b="1" spc="-105">
                          <a:latin typeface="Tahoma"/>
                          <a:cs typeface="Tahoma"/>
                        </a:rPr>
                        <a:t>Add Notification </a:t>
                      </a:r>
                    </a:p>
                    <a:p>
                      <a:pPr marL="8255" algn="ctr">
                        <a:lnSpc>
                          <a:spcPts val="2135"/>
                        </a:lnSpc>
                      </a:pPr>
                      <a:r>
                        <a:rPr lang="en-IN" sz="1800" b="1" spc="-105">
                          <a:latin typeface="Tahoma"/>
                          <a:cs typeface="Tahoma"/>
                        </a:rPr>
                        <a:t>System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115" algn="ctr">
                        <a:lnSpc>
                          <a:spcPts val="2135"/>
                        </a:lnSpc>
                      </a:pPr>
                      <a:r>
                        <a:rPr lang="en-IN" sz="1800" b="1" spc="-155">
                          <a:latin typeface="Tahoma"/>
                          <a:cs typeface="Tahoma"/>
                        </a:rPr>
                        <a:t>Improve Security Features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501">
                <a:tc>
                  <a:txBody>
                    <a:bodyPr/>
                    <a:lstStyle/>
                    <a:p>
                      <a:pPr marR="522605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lang="en-US" sz="1400" spc="-10">
                          <a:solidFill>
                            <a:srgbClr val="00273A"/>
                          </a:solidFill>
                          <a:latin typeface="Tahoma"/>
                          <a:cs typeface="Tahoma"/>
                        </a:rPr>
                        <a:t>Enable users to make secure payments during booking.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67945" marB="0"/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lang="en-IN" sz="1400" spc="-50">
                          <a:solidFill>
                            <a:srgbClr val="00273A"/>
                          </a:solidFill>
                          <a:latin typeface="Tahoma"/>
                          <a:cs typeface="Tahoma"/>
                        </a:rPr>
                        <a:t>Improve responsiveness for better mobile user experience.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67945" marB="0"/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lang="en-US" sz="1400" spc="-50">
                          <a:solidFill>
                            <a:srgbClr val="00273A"/>
                          </a:solidFill>
                          <a:latin typeface="Tahoma"/>
                          <a:cs typeface="Tahoma"/>
                        </a:rPr>
                        <a:t>Send booking confirmations and reminders via email or SMS.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67945" marB="0"/>
                </a:tc>
                <a:tc>
                  <a:txBody>
                    <a:bodyPr/>
                    <a:lstStyle/>
                    <a:p>
                      <a:pPr marL="542290"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lang="en-US" sz="1400" spc="-90">
                          <a:solidFill>
                            <a:srgbClr val="00273A"/>
                          </a:solidFill>
                          <a:latin typeface="Tahoma"/>
                          <a:cs typeface="Tahoma"/>
                        </a:rPr>
                        <a:t>Implement stronger authentication and data protection methods.</a:t>
                      </a:r>
                      <a:endParaRPr lang="en-US" sz="1400">
                        <a:latin typeface="Tahoma"/>
                        <a:cs typeface="Tahoma"/>
                      </a:endParaRPr>
                    </a:p>
                  </a:txBody>
                  <a:tcPr marL="0" marR="0" marT="6794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7" name="object 10" descr="Money with solid fill">
            <a:extLst>
              <a:ext uri="{FF2B5EF4-FFF2-40B4-BE49-F238E27FC236}">
                <a16:creationId xmlns:a16="http://schemas.microsoft.com/office/drawing/2014/main" id="{8C5E201E-A942-D7E1-0F1F-AA8DCD5ED5C5}"/>
              </a:ext>
            </a:extLst>
          </p:cNvPr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063920" y="2220797"/>
            <a:ext cx="1411802" cy="126207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0ED893E-CECD-931B-9366-2AF47EBB1260}"/>
              </a:ext>
            </a:extLst>
          </p:cNvPr>
          <p:cNvSpPr/>
          <p:nvPr/>
        </p:nvSpPr>
        <p:spPr>
          <a:xfrm>
            <a:off x="3848877" y="1097281"/>
            <a:ext cx="4304523" cy="45719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A680C10-3B13-E199-73AD-9BA5E2605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1FA3DE-887B-FAFA-513A-13BC2EC199F3}"/>
              </a:ext>
            </a:extLst>
          </p:cNvPr>
          <p:cNvSpPr/>
          <p:nvPr/>
        </p:nvSpPr>
        <p:spPr>
          <a:xfrm>
            <a:off x="15349" y="1301400"/>
            <a:ext cx="12178000" cy="5729143"/>
          </a:xfrm>
          <a:prstGeom prst="rect">
            <a:avLst/>
          </a:prstGeom>
          <a:solidFill>
            <a:srgbClr val="FFF8F0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53F9EA-8C9C-8F2E-51E2-1A1208059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476255"/>
            <a:ext cx="12192000" cy="5191245"/>
          </a:xfrm>
          <a:prstGeom prst="rect">
            <a:avLst/>
          </a:prstGeom>
          <a:effectLst>
            <a:outerShdw blurRad="50800" dist="38100" dir="2700000">
              <a:srgbClr val="000000">
                <a:alpha val="4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A6C7BB-CCEA-56D5-F16E-17CDD2F778C7}"/>
              </a:ext>
            </a:extLst>
          </p:cNvPr>
          <p:cNvSpPr txBox="1"/>
          <p:nvPr/>
        </p:nvSpPr>
        <p:spPr>
          <a:xfrm>
            <a:off x="3027403" y="197875"/>
            <a:ext cx="648820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 b="1" dirty="0">
                <a:solidFill>
                  <a:schemeClr val="tx1"/>
                </a:solidFill>
                <a:latin typeface="Tahoma"/>
              </a:rPr>
              <a:t>PROJECT TIMELINE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934C369-7EB0-EBBF-D077-AD6E7306BEAC}"/>
              </a:ext>
            </a:extLst>
          </p:cNvPr>
          <p:cNvGrpSpPr/>
          <p:nvPr/>
        </p:nvGrpSpPr>
        <p:grpSpPr>
          <a:xfrm>
            <a:off x="4732697" y="3144373"/>
            <a:ext cx="6747418" cy="3242482"/>
            <a:chOff x="4732697" y="3144373"/>
            <a:chExt cx="6747418" cy="32424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B695669-3A79-AB74-EA13-3DBE4FF305EE}"/>
                </a:ext>
              </a:extLst>
            </p:cNvPr>
            <p:cNvSpPr/>
            <p:nvPr/>
          </p:nvSpPr>
          <p:spPr>
            <a:xfrm>
              <a:off x="5405377" y="3958542"/>
              <a:ext cx="509286" cy="162045"/>
            </a:xfrm>
            <a:prstGeom prst="rect">
              <a:avLst/>
            </a:prstGeom>
            <a:solidFill>
              <a:srgbClr val="7CB342"/>
            </a:solidFill>
            <a:ln>
              <a:solidFill>
                <a:srgbClr val="7CB3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C998126-8B23-7A2C-39F8-AED23FF51CAC}"/>
                </a:ext>
              </a:extLst>
            </p:cNvPr>
            <p:cNvSpPr txBox="1"/>
            <p:nvPr/>
          </p:nvSpPr>
          <p:spPr>
            <a:xfrm>
              <a:off x="5582771" y="3902996"/>
              <a:ext cx="3318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7</a:t>
              </a:r>
              <a:endParaRPr lang="en-IN" sz="1400" dirty="0">
                <a:solidFill>
                  <a:schemeClr val="bg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51EE349-171C-A5D0-BF69-EA068AE0BB45}"/>
                </a:ext>
              </a:extLst>
            </p:cNvPr>
            <p:cNvSpPr/>
            <p:nvPr/>
          </p:nvSpPr>
          <p:spPr>
            <a:xfrm>
              <a:off x="4734045" y="3266955"/>
              <a:ext cx="509286" cy="162045"/>
            </a:xfrm>
            <a:prstGeom prst="rect">
              <a:avLst/>
            </a:prstGeom>
            <a:solidFill>
              <a:srgbClr val="7CB342"/>
            </a:solidFill>
            <a:ln>
              <a:solidFill>
                <a:srgbClr val="7CB3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7C6FFEC-28F3-0F68-26A0-7D8C040DF9EF}"/>
                </a:ext>
              </a:extLst>
            </p:cNvPr>
            <p:cNvSpPr txBox="1"/>
            <p:nvPr/>
          </p:nvSpPr>
          <p:spPr>
            <a:xfrm>
              <a:off x="4732697" y="3144373"/>
              <a:ext cx="5092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18</a:t>
              </a:r>
              <a:endParaRPr lang="en-IN" sz="1400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1B5821B-7244-C29F-6EFB-E5606565FE47}"/>
                </a:ext>
              </a:extLst>
            </p:cNvPr>
            <p:cNvSpPr/>
            <p:nvPr/>
          </p:nvSpPr>
          <p:spPr>
            <a:xfrm>
              <a:off x="7201382" y="4667007"/>
              <a:ext cx="509286" cy="162045"/>
            </a:xfrm>
            <a:prstGeom prst="rect">
              <a:avLst/>
            </a:prstGeom>
            <a:solidFill>
              <a:srgbClr val="7CB342"/>
            </a:solidFill>
            <a:ln>
              <a:solidFill>
                <a:srgbClr val="7CB34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51FA160-39F4-6677-CB01-2B2EBCCEFCB2}"/>
                </a:ext>
              </a:extLst>
            </p:cNvPr>
            <p:cNvSpPr txBox="1"/>
            <p:nvPr/>
          </p:nvSpPr>
          <p:spPr>
            <a:xfrm>
              <a:off x="7135707" y="4617292"/>
              <a:ext cx="5865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23</a:t>
              </a:r>
              <a:endParaRPr lang="en-IN" sz="1400" dirty="0">
                <a:solidFill>
                  <a:schemeClr val="bg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02DDD4C-5086-0442-4AB7-549D151652F6}"/>
                </a:ext>
              </a:extLst>
            </p:cNvPr>
            <p:cNvSpPr/>
            <p:nvPr/>
          </p:nvSpPr>
          <p:spPr>
            <a:xfrm>
              <a:off x="9483566" y="5440101"/>
              <a:ext cx="601884" cy="116499"/>
            </a:xfrm>
            <a:prstGeom prst="rect">
              <a:avLst/>
            </a:prstGeom>
            <a:solidFill>
              <a:srgbClr val="1E73BE"/>
            </a:solidFill>
            <a:ln>
              <a:solidFill>
                <a:srgbClr val="1E73B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83F82F3-4D6D-BCA4-FEEA-F14B3A070913}"/>
                </a:ext>
              </a:extLst>
            </p:cNvPr>
            <p:cNvSpPr txBox="1"/>
            <p:nvPr/>
          </p:nvSpPr>
          <p:spPr>
            <a:xfrm>
              <a:off x="9482218" y="5356036"/>
              <a:ext cx="5865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23</a:t>
              </a:r>
              <a:endParaRPr lang="en-IN" sz="1400" dirty="0">
                <a:solidFill>
                  <a:schemeClr val="bg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EC0FFB7-91E4-1E00-9D8A-7309F3DB4023}"/>
                </a:ext>
              </a:extLst>
            </p:cNvPr>
            <p:cNvSpPr/>
            <p:nvPr/>
          </p:nvSpPr>
          <p:spPr>
            <a:xfrm>
              <a:off x="10845478" y="6146157"/>
              <a:ext cx="509287" cy="173620"/>
            </a:xfrm>
            <a:prstGeom prst="rect">
              <a:avLst/>
            </a:prstGeom>
            <a:solidFill>
              <a:srgbClr val="1A1A1A"/>
            </a:solidFill>
            <a:ln>
              <a:solidFill>
                <a:srgbClr val="1A1A1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93A0D9-2F73-99A6-0FF6-20BF547263BB}"/>
                </a:ext>
              </a:extLst>
            </p:cNvPr>
            <p:cNvSpPr txBox="1"/>
            <p:nvPr/>
          </p:nvSpPr>
          <p:spPr>
            <a:xfrm>
              <a:off x="10893580" y="6079078"/>
              <a:ext cx="5865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7</a:t>
              </a:r>
              <a:endParaRPr lang="en-IN" sz="140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3354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5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DBE87E-ECF8-71E9-0ECC-6FBEC2D72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6">
            <a:extLst>
              <a:ext uri="{FF2B5EF4-FFF2-40B4-BE49-F238E27FC236}">
                <a16:creationId xmlns:a16="http://schemas.microsoft.com/office/drawing/2014/main" id="{A4A6C7BB-CCEA-56D5-F16E-17CDD2F778C7}"/>
              </a:ext>
            </a:extLst>
          </p:cNvPr>
          <p:cNvSpPr txBox="1"/>
          <p:nvPr/>
        </p:nvSpPr>
        <p:spPr>
          <a:xfrm>
            <a:off x="2851897" y="0"/>
            <a:ext cx="6488206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Tahoma"/>
              </a:rPr>
              <a:t>FRONTEND DESIGN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7581137-C354-7190-6927-3CBA26A4EF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95" y="1029915"/>
            <a:ext cx="5910805" cy="3168158"/>
          </a:xfrm>
          <a:prstGeom prst="rect">
            <a:avLst/>
          </a:prstGeom>
          <a:ln>
            <a:solidFill>
              <a:srgbClr val="1A1A1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7E0CCC2-8B9C-F708-32D3-ADF04218E6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88" b="-589"/>
          <a:stretch>
            <a:fillRect/>
          </a:stretch>
        </p:blipFill>
        <p:spPr>
          <a:xfrm>
            <a:off x="6250231" y="3136510"/>
            <a:ext cx="5756574" cy="316815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5DCA0F3A-90C5-491F-2351-61A2FC4B0F55}"/>
              </a:ext>
            </a:extLst>
          </p:cNvPr>
          <p:cNvSpPr/>
          <p:nvPr/>
        </p:nvSpPr>
        <p:spPr>
          <a:xfrm flipV="1">
            <a:off x="2851897" y="703671"/>
            <a:ext cx="6199506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IN"/>
          </a:p>
        </p:txBody>
      </p:sp>
      <p:sp>
        <p:nvSpPr>
          <p:cNvPr id="26" name="Arrow: Left 25">
            <a:extLst>
              <a:ext uri="{FF2B5EF4-FFF2-40B4-BE49-F238E27FC236}">
                <a16:creationId xmlns:a16="http://schemas.microsoft.com/office/drawing/2014/main" id="{5A834C11-9DB8-2873-8684-1938A1FA3AC8}"/>
              </a:ext>
            </a:extLst>
          </p:cNvPr>
          <p:cNvSpPr/>
          <p:nvPr/>
        </p:nvSpPr>
        <p:spPr>
          <a:xfrm>
            <a:off x="6250231" y="1584425"/>
            <a:ext cx="1770926" cy="682907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bject 8">
            <a:extLst>
              <a:ext uri="{FF2B5EF4-FFF2-40B4-BE49-F238E27FC236}">
                <a16:creationId xmlns:a16="http://schemas.microsoft.com/office/drawing/2014/main" id="{34CA6ECE-4A64-6A3C-35BE-AD10EF12E5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75388" y="1573552"/>
            <a:ext cx="3711812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30"/>
              </a:spcBef>
            </a:pPr>
            <a:r>
              <a:rPr lang="en-US" sz="4400" b="1" dirty="0">
                <a:solidFill>
                  <a:srgbClr val="1E73BE"/>
                </a:solidFill>
              </a:rPr>
              <a:t>Index Page </a:t>
            </a:r>
          </a:p>
        </p:txBody>
      </p:sp>
      <p:sp>
        <p:nvSpPr>
          <p:cNvPr id="28" name="Arrow: Left 27">
            <a:extLst>
              <a:ext uri="{FF2B5EF4-FFF2-40B4-BE49-F238E27FC236}">
                <a16:creationId xmlns:a16="http://schemas.microsoft.com/office/drawing/2014/main" id="{C6A13A5D-31EA-CA5A-48DD-0EE25C972586}"/>
              </a:ext>
            </a:extLst>
          </p:cNvPr>
          <p:cNvSpPr/>
          <p:nvPr/>
        </p:nvSpPr>
        <p:spPr>
          <a:xfrm rot="10800000">
            <a:off x="4325074" y="4806652"/>
            <a:ext cx="1770926" cy="682907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bject 8">
            <a:extLst>
              <a:ext uri="{FF2B5EF4-FFF2-40B4-BE49-F238E27FC236}">
                <a16:creationId xmlns:a16="http://schemas.microsoft.com/office/drawing/2014/main" id="{3F5E5291-FAE9-FDE1-078E-1388BA23F928}"/>
              </a:ext>
            </a:extLst>
          </p:cNvPr>
          <p:cNvSpPr txBox="1">
            <a:spLocks/>
          </p:cNvSpPr>
          <p:nvPr/>
        </p:nvSpPr>
        <p:spPr>
          <a:xfrm>
            <a:off x="656117" y="4604839"/>
            <a:ext cx="3514725" cy="137088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700" algn="just">
              <a:spcBef>
                <a:spcPts val="130"/>
              </a:spcBef>
            </a:pPr>
            <a:r>
              <a:rPr lang="en-US" sz="4400" b="1" dirty="0">
                <a:solidFill>
                  <a:srgbClr val="1E73BE"/>
                </a:solidFill>
              </a:rPr>
              <a:t>User Registration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93DC31-7614-78B0-D677-ACD501F02334}"/>
              </a:ext>
            </a:extLst>
          </p:cNvPr>
          <p:cNvSpPr/>
          <p:nvPr/>
        </p:nvSpPr>
        <p:spPr>
          <a:xfrm>
            <a:off x="5747831" y="3831221"/>
            <a:ext cx="203819" cy="219919"/>
          </a:xfrm>
          <a:prstGeom prst="rect">
            <a:avLst/>
          </a:prstGeom>
          <a:solidFill>
            <a:srgbClr val="83D5AD"/>
          </a:solidFill>
          <a:ln>
            <a:solidFill>
              <a:srgbClr val="80C7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514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5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C4EAE8-9985-DEA3-EE75-C74A0D90C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C211BC9-DEEC-7EA9-2555-A532EF40A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30" b="4101"/>
          <a:stretch>
            <a:fillRect/>
          </a:stretch>
        </p:blipFill>
        <p:spPr>
          <a:xfrm>
            <a:off x="316474" y="1062908"/>
            <a:ext cx="5741970" cy="310928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F8258B5-37A6-6220-4851-24A8CE4E93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9" r="5929"/>
          <a:stretch/>
        </p:blipFill>
        <p:spPr>
          <a:xfrm>
            <a:off x="6125933" y="3518470"/>
            <a:ext cx="5741971" cy="316012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Arrow: Left 1">
            <a:extLst>
              <a:ext uri="{FF2B5EF4-FFF2-40B4-BE49-F238E27FC236}">
                <a16:creationId xmlns:a16="http://schemas.microsoft.com/office/drawing/2014/main" id="{BCCC64A7-1F34-B4A3-C659-D3D23C12D375}"/>
              </a:ext>
            </a:extLst>
          </p:cNvPr>
          <p:cNvSpPr/>
          <p:nvPr/>
        </p:nvSpPr>
        <p:spPr>
          <a:xfrm rot="10800000">
            <a:off x="4070431" y="5182872"/>
            <a:ext cx="1770926" cy="682907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bject 8">
            <a:extLst>
              <a:ext uri="{FF2B5EF4-FFF2-40B4-BE49-F238E27FC236}">
                <a16:creationId xmlns:a16="http://schemas.microsoft.com/office/drawing/2014/main" id="{91F5BAD9-6BA4-AE16-0DA0-A9E743BF46AF}"/>
              </a:ext>
            </a:extLst>
          </p:cNvPr>
          <p:cNvSpPr txBox="1">
            <a:spLocks/>
          </p:cNvSpPr>
          <p:nvPr/>
        </p:nvSpPr>
        <p:spPr>
          <a:xfrm>
            <a:off x="656117" y="5102549"/>
            <a:ext cx="3514725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700" algn="just">
              <a:spcBef>
                <a:spcPts val="130"/>
              </a:spcBef>
            </a:pPr>
            <a:r>
              <a:rPr lang="en-US" sz="4400" b="1" dirty="0">
                <a:solidFill>
                  <a:srgbClr val="1E73BE"/>
                </a:solidFill>
              </a:rPr>
              <a:t>Login Page</a:t>
            </a:r>
          </a:p>
        </p:txBody>
      </p:sp>
      <p:sp>
        <p:nvSpPr>
          <p:cNvPr id="4" name="Arrow: Left 3">
            <a:extLst>
              <a:ext uri="{FF2B5EF4-FFF2-40B4-BE49-F238E27FC236}">
                <a16:creationId xmlns:a16="http://schemas.microsoft.com/office/drawing/2014/main" id="{F2C2E29A-CB54-B5DC-CF9F-35ECA4F55B42}"/>
              </a:ext>
            </a:extLst>
          </p:cNvPr>
          <p:cNvSpPr/>
          <p:nvPr/>
        </p:nvSpPr>
        <p:spPr>
          <a:xfrm>
            <a:off x="6422021" y="1934642"/>
            <a:ext cx="1770926" cy="682907"/>
          </a:xfrm>
          <a:prstGeom prst="lef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2BAC9FA4-0030-14FA-4008-6FE354597C56}"/>
              </a:ext>
            </a:extLst>
          </p:cNvPr>
          <p:cNvSpPr txBox="1">
            <a:spLocks/>
          </p:cNvSpPr>
          <p:nvPr/>
        </p:nvSpPr>
        <p:spPr>
          <a:xfrm>
            <a:off x="8353179" y="1590651"/>
            <a:ext cx="3514725" cy="137088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700" algn="just">
              <a:spcBef>
                <a:spcPts val="130"/>
              </a:spcBef>
            </a:pPr>
            <a:r>
              <a:rPr lang="en-US" sz="4400" b="1" dirty="0">
                <a:solidFill>
                  <a:srgbClr val="1E73BE"/>
                </a:solidFill>
              </a:rPr>
              <a:t>Owner Registration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7959B929-57B2-1CC1-BA7F-F1170B6D13BE}"/>
              </a:ext>
            </a:extLst>
          </p:cNvPr>
          <p:cNvSpPr txBox="1"/>
          <p:nvPr/>
        </p:nvSpPr>
        <p:spPr>
          <a:xfrm>
            <a:off x="2851897" y="0"/>
            <a:ext cx="6488206" cy="83099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r>
              <a:rPr lang="en-US" sz="4800" b="1" dirty="0">
                <a:solidFill>
                  <a:schemeClr val="accent1">
                    <a:lumMod val="50000"/>
                  </a:schemeClr>
                </a:solidFill>
                <a:latin typeface="Tahoma"/>
              </a:rPr>
              <a:t>FRONTEND DESIGN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BB4840-CE44-C555-B521-5DBBC7FC6B86}"/>
              </a:ext>
            </a:extLst>
          </p:cNvPr>
          <p:cNvSpPr/>
          <p:nvPr/>
        </p:nvSpPr>
        <p:spPr>
          <a:xfrm flipV="1">
            <a:off x="2851897" y="703671"/>
            <a:ext cx="6199506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815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811371" y="433601"/>
            <a:ext cx="11845887" cy="1360051"/>
          </a:xfrm>
          <a:prstGeom prst="rect">
            <a:avLst/>
          </a:prstGeom>
        </p:spPr>
        <p:txBody>
          <a:bodyPr vert="horz" wrap="square" lIns="0" tIns="676338" rIns="0" bIns="0" rtlCol="0" anchor="t">
            <a:spAutoFit/>
          </a:bodyPr>
          <a:lstStyle/>
          <a:p>
            <a:pPr marL="5832475" algn="ctr">
              <a:lnSpc>
                <a:spcPct val="100000"/>
              </a:lnSpc>
              <a:spcBef>
                <a:spcPts val="105"/>
              </a:spcBef>
            </a:pP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CONCLUSION</a:t>
            </a:r>
            <a:endParaRPr lang="en-US" sz="4400" b="1" dirty="0">
              <a:solidFill>
                <a:schemeClr val="tx1">
                  <a:lumMod val="75000"/>
                  <a:lumOff val="25000"/>
                </a:schemeClr>
              </a:solidFill>
              <a:ea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9536" y="1116061"/>
            <a:ext cx="4920153" cy="5025842"/>
          </a:xfrm>
          <a:prstGeom prst="rect">
            <a:avLst/>
          </a:prstGeom>
        </p:spPr>
      </p:pic>
      <p:pic>
        <p:nvPicPr>
          <p:cNvPr id="9" name="Picture 8" descr="A group of men standing on a field with a bag and a football ball&#10;&#10;AI-generated content may be incorrect.">
            <a:extLst>
              <a:ext uri="{FF2B5EF4-FFF2-40B4-BE49-F238E27FC236}">
                <a16:creationId xmlns:a16="http://schemas.microsoft.com/office/drawing/2014/main" id="{B0E0B9A3-C48B-5E66-1D2D-B78417A65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74" y="1298223"/>
            <a:ext cx="4452628" cy="4452628"/>
          </a:xfrm>
          <a:prstGeom prst="flowChartConnector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74171FD-CCAF-652E-0E5F-EE8899895360}"/>
              </a:ext>
            </a:extLst>
          </p:cNvPr>
          <p:cNvSpPr/>
          <p:nvPr/>
        </p:nvSpPr>
        <p:spPr>
          <a:xfrm>
            <a:off x="6072322" y="1821693"/>
            <a:ext cx="4304523" cy="45719"/>
          </a:xfrm>
          <a:prstGeom prst="rect">
            <a:avLst/>
          </a:prstGeom>
          <a:solidFill>
            <a:srgbClr val="1E8200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0FA1913-3995-40C8-6D98-9752FAD12C03}"/>
              </a:ext>
            </a:extLst>
          </p:cNvPr>
          <p:cNvGrpSpPr/>
          <p:nvPr/>
        </p:nvGrpSpPr>
        <p:grpSpPr>
          <a:xfrm>
            <a:off x="6072322" y="2209800"/>
            <a:ext cx="5366464" cy="2438400"/>
            <a:chOff x="6072322" y="2305337"/>
            <a:chExt cx="5366464" cy="243840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7C4EADF-82DD-D2D6-D218-2BADFB8CB167}"/>
                </a:ext>
              </a:extLst>
            </p:cNvPr>
            <p:cNvSpPr/>
            <p:nvPr/>
          </p:nvSpPr>
          <p:spPr>
            <a:xfrm>
              <a:off x="6072322" y="2305337"/>
              <a:ext cx="5366464" cy="2438400"/>
            </a:xfrm>
            <a:prstGeom prst="roundRect">
              <a:avLst/>
            </a:prstGeom>
            <a:solidFill>
              <a:srgbClr val="FCF5FA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object 6"/>
            <p:cNvSpPr txBox="1"/>
            <p:nvPr/>
          </p:nvSpPr>
          <p:spPr>
            <a:xfrm>
              <a:off x="6226539" y="2950020"/>
              <a:ext cx="5058030" cy="1149033"/>
            </a:xfrm>
            <a:prstGeom prst="rect">
              <a:avLst/>
            </a:prstGeom>
          </p:spPr>
          <p:txBody>
            <a:bodyPr vert="horz" wrap="square" lIns="0" tIns="40640" rIns="0" bIns="0" rtlCol="0" anchor="t">
              <a:spAutoFit/>
            </a:bodyPr>
            <a:lstStyle/>
            <a:p>
              <a:pPr algn="l">
                <a:spcBef>
                  <a:spcPts val="320"/>
                </a:spcBef>
              </a:pPr>
              <a:r>
                <a:rPr lang="en-US" b="1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“Turf-Kick simplifies turf booking with real-time access and efficient management, with future plans to expand into a complete smart sports platform.”</a:t>
              </a:r>
              <a:endParaRPr lang="en-US" sz="16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C5EA63B-6FA3-D160-8C45-7A63112CD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022137B-C16C-71D2-E367-0B2E424DC7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811371" y="433601"/>
            <a:ext cx="11845887" cy="1360051"/>
          </a:xfrm>
          <a:prstGeom prst="rect">
            <a:avLst/>
          </a:prstGeom>
        </p:spPr>
        <p:txBody>
          <a:bodyPr vert="horz" wrap="square" lIns="0" tIns="676338" rIns="0" bIns="0" rtlCol="0" anchor="t">
            <a:spAutoFit/>
          </a:bodyPr>
          <a:lstStyle/>
          <a:p>
            <a:pPr marL="5832475" algn="ctr">
              <a:lnSpc>
                <a:spcPct val="100000"/>
              </a:lnSpc>
              <a:spcBef>
                <a:spcPts val="105"/>
              </a:spcBef>
            </a:pPr>
            <a:r>
              <a:rPr lang="en-US" sz="4400" b="1"/>
              <a:t>CONCLUSION</a:t>
            </a:r>
            <a:endParaRPr lang="en-US" sz="4400" b="1">
              <a:ea typeface="Tahoma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A068CE82-7607-1731-A356-DC880B8E7C6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9536" y="1116061"/>
            <a:ext cx="4920153" cy="5025842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ABC906DD-FC31-693F-33E3-2D3CB2F4E36D}"/>
              </a:ext>
            </a:extLst>
          </p:cNvPr>
          <p:cNvSpPr txBox="1"/>
          <p:nvPr/>
        </p:nvSpPr>
        <p:spPr>
          <a:xfrm>
            <a:off x="6226539" y="1918136"/>
            <a:ext cx="5058030" cy="3341941"/>
          </a:xfrm>
          <a:prstGeom prst="rect">
            <a:avLst/>
          </a:prstGeom>
        </p:spPr>
        <p:txBody>
          <a:bodyPr vert="horz" wrap="square" lIns="0" tIns="40640" rIns="0" bIns="0" rtlCol="0" anchor="t">
            <a:spAutoFit/>
          </a:bodyPr>
          <a:lstStyle/>
          <a:p>
            <a:pPr algn="l">
              <a:spcBef>
                <a:spcPts val="320"/>
              </a:spcBef>
            </a:pPr>
            <a:r>
              <a:rPr lang="en-US" b="1" spc="-80">
                <a:solidFill>
                  <a:srgbClr val="00273A"/>
                </a:solidFill>
              </a:rPr>
              <a:t>Simple Turf Booking Platform</a:t>
            </a:r>
            <a:br>
              <a:rPr lang="en-US" sz="1600" b="1" spc="-80">
                <a:solidFill>
                  <a:srgbClr val="444444"/>
                </a:solidFill>
              </a:rPr>
            </a:br>
            <a:r>
              <a:rPr lang="en-US" sz="1600" spc="-80">
                <a:solidFill>
                  <a:srgbClr val="444444"/>
                </a:solidFill>
              </a:rPr>
              <a:t> Provides an easy web-based solution for turf reservations</a:t>
            </a:r>
            <a:r>
              <a:rPr lang="en-US" sz="1600" b="1" spc="-80">
                <a:solidFill>
                  <a:srgbClr val="444444"/>
                </a:solidFill>
              </a:rPr>
              <a:t>.</a:t>
            </a:r>
            <a:endParaRPr lang="en-US" b="1">
              <a:solidFill>
                <a:srgbClr val="444444"/>
              </a:solidFill>
            </a:endParaRPr>
          </a:p>
          <a:p>
            <a:pPr algn="l">
              <a:spcBef>
                <a:spcPts val="320"/>
              </a:spcBef>
            </a:pPr>
            <a:r>
              <a:rPr lang="en-US" b="1" spc="-80">
                <a:solidFill>
                  <a:srgbClr val="00273A"/>
                </a:solidFill>
              </a:rPr>
              <a:t>Real-Time Availability</a:t>
            </a:r>
            <a:br>
              <a:rPr lang="en-US" sz="1600" b="1" spc="-80">
                <a:solidFill>
                  <a:srgbClr val="00273A"/>
                </a:solidFill>
              </a:rPr>
            </a:br>
            <a:r>
              <a:rPr lang="en-US" sz="1600" b="1" spc="-80">
                <a:solidFill>
                  <a:srgbClr val="444444"/>
                </a:solidFill>
              </a:rPr>
              <a:t> </a:t>
            </a:r>
            <a:r>
              <a:rPr lang="en-US" sz="1600" spc="-80">
                <a:solidFill>
                  <a:srgbClr val="444444"/>
                </a:solidFill>
              </a:rPr>
              <a:t>Users can quickly check available turfs and time slots</a:t>
            </a:r>
            <a:r>
              <a:rPr lang="en-US" sz="1600" b="1" spc="-80">
                <a:solidFill>
                  <a:srgbClr val="444444"/>
                </a:solidFill>
              </a:rPr>
              <a:t>.</a:t>
            </a:r>
            <a:endParaRPr lang="en-US">
              <a:solidFill>
                <a:srgbClr val="444444"/>
              </a:solidFill>
            </a:endParaRPr>
          </a:p>
          <a:p>
            <a:pPr algn="l">
              <a:spcBef>
                <a:spcPts val="320"/>
              </a:spcBef>
            </a:pPr>
            <a:r>
              <a:rPr lang="en-US" b="1" spc="-80">
                <a:solidFill>
                  <a:srgbClr val="00273A"/>
                </a:solidFill>
              </a:rPr>
              <a:t>Efficient Booking Management</a:t>
            </a:r>
            <a:br>
              <a:rPr lang="en-US" sz="1600" b="1" spc="-80">
                <a:solidFill>
                  <a:srgbClr val="444444"/>
                </a:solidFill>
              </a:rPr>
            </a:br>
            <a:r>
              <a:rPr lang="en-US" sz="1600" spc="-80">
                <a:solidFill>
                  <a:srgbClr val="444444"/>
                </a:solidFill>
              </a:rPr>
              <a:t> Reduces manual work and avoids scheduling conflicts.</a:t>
            </a:r>
            <a:endParaRPr lang="en-US">
              <a:solidFill>
                <a:srgbClr val="444444"/>
              </a:solidFill>
            </a:endParaRPr>
          </a:p>
          <a:p>
            <a:pPr algn="l">
              <a:spcBef>
                <a:spcPts val="320"/>
              </a:spcBef>
            </a:pPr>
            <a:r>
              <a:rPr lang="en-US" b="1" spc="-80">
                <a:solidFill>
                  <a:srgbClr val="00273A"/>
                </a:solidFill>
              </a:rPr>
              <a:t>Better User Experience</a:t>
            </a:r>
            <a:br>
              <a:rPr lang="en-US" sz="1600" b="1" spc="-80">
                <a:solidFill>
                  <a:srgbClr val="00273A"/>
                </a:solidFill>
              </a:rPr>
            </a:br>
            <a:r>
              <a:rPr lang="en-US" sz="1600" b="1" spc="-80">
                <a:solidFill>
                  <a:schemeClr val="bg1">
                    <a:lumMod val="49000"/>
                  </a:schemeClr>
                </a:solidFill>
              </a:rPr>
              <a:t> </a:t>
            </a:r>
            <a:r>
              <a:rPr lang="en-US" sz="1600" spc="-80">
                <a:solidFill>
                  <a:srgbClr val="444444"/>
                </a:solidFill>
              </a:rPr>
              <a:t>Improves convenience for both players and turf owners.</a:t>
            </a:r>
            <a:endParaRPr lang="en-US">
              <a:solidFill>
                <a:srgbClr val="444444"/>
              </a:solidFill>
            </a:endParaRPr>
          </a:p>
          <a:p>
            <a:pPr algn="l">
              <a:spcBef>
                <a:spcPts val="320"/>
              </a:spcBef>
            </a:pPr>
            <a:r>
              <a:rPr lang="en-US" b="1" spc="-80">
                <a:solidFill>
                  <a:srgbClr val="00273A"/>
                </a:solidFill>
              </a:rPr>
              <a:t>Future Scope</a:t>
            </a:r>
            <a:br>
              <a:rPr lang="en-US" sz="1600" b="1" spc="-80">
                <a:solidFill>
                  <a:srgbClr val="00273A"/>
                </a:solidFill>
              </a:rPr>
            </a:br>
            <a:r>
              <a:rPr lang="en-US" sz="1600" spc="-80">
                <a:solidFill>
                  <a:srgbClr val="444444"/>
                </a:solidFill>
              </a:rPr>
              <a:t> Can expand into a complete sports facility management system.</a:t>
            </a:r>
            <a:endParaRPr lang="en-US">
              <a:solidFill>
                <a:srgbClr val="444444"/>
              </a:solidFill>
            </a:endParaRPr>
          </a:p>
          <a:p>
            <a:pPr algn="l">
              <a:spcBef>
                <a:spcPts val="320"/>
              </a:spcBef>
              <a:buFont typeface="Arial" panose="05000000000000000000" pitchFamily="2" charset="2"/>
              <a:buChar char="•"/>
            </a:pPr>
            <a:endParaRPr lang="en-US" sz="1600" b="1" spc="-80">
              <a:solidFill>
                <a:srgbClr val="00273A"/>
              </a:solidFill>
            </a:endParaRPr>
          </a:p>
        </p:txBody>
      </p:sp>
      <p:pic>
        <p:nvPicPr>
          <p:cNvPr id="9" name="Picture 8" descr="A group of men standing on a field with a bag and a football ball&#10;&#10;AI-generated content may be incorrect.">
            <a:extLst>
              <a:ext uri="{FF2B5EF4-FFF2-40B4-BE49-F238E27FC236}">
                <a16:creationId xmlns:a16="http://schemas.microsoft.com/office/drawing/2014/main" id="{566DDCCA-5E26-5F22-4866-8347272DE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874" y="1298223"/>
            <a:ext cx="4452628" cy="4452628"/>
          </a:xfrm>
          <a:prstGeom prst="flowChartConnector">
            <a:avLst/>
          </a:prstGeom>
        </p:spPr>
      </p:pic>
    </p:spTree>
    <p:extLst>
      <p:ext uri="{BB962C8B-B14F-4D97-AF65-F5344CB8AC3E}">
        <p14:creationId xmlns:p14="http://schemas.microsoft.com/office/powerpoint/2010/main" val="4439052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3BED81-F023-B276-8F62-E8C004FCC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</TotalTime>
  <Words>725</Words>
  <Application>Microsoft Office PowerPoint</Application>
  <PresentationFormat>Widescreen</PresentationFormat>
  <Paragraphs>131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Arial MT</vt:lpstr>
      <vt:lpstr>Calibri</vt:lpstr>
      <vt:lpstr>Tahoma</vt:lpstr>
      <vt:lpstr>Trebuchet MS</vt:lpstr>
      <vt:lpstr>Wingdings</vt:lpstr>
      <vt:lpstr>Office Theme</vt:lpstr>
      <vt:lpstr>PowerPoint Presentation</vt:lpstr>
      <vt:lpstr>Introduction</vt:lpstr>
      <vt:lpstr>PROJECT OVERVIEW</vt:lpstr>
      <vt:lpstr>PROBLEM STATEMENT</vt:lpstr>
      <vt:lpstr>OBJECTIVES</vt:lpstr>
      <vt:lpstr>Existing System Vs Proposed system</vt:lpstr>
      <vt:lpstr>Technology Stack</vt:lpstr>
      <vt:lpstr>PowerPoint Presentation</vt:lpstr>
      <vt:lpstr>STRUCTURE CHART</vt:lpstr>
      <vt:lpstr>MODULES </vt:lpstr>
      <vt:lpstr>Challenges Faced</vt:lpstr>
      <vt:lpstr>Future Plan</vt:lpstr>
      <vt:lpstr>PowerPoint Presentation</vt:lpstr>
      <vt:lpstr>Index Page </vt:lpstr>
      <vt:lpstr>PowerPoint Presentation</vt:lpstr>
      <vt:lpstr>CONCLUSION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Nidhish Chandran</cp:lastModifiedBy>
  <cp:revision>6</cp:revision>
  <dcterms:created xsi:type="dcterms:W3CDTF">2026-03-14T05:04:54Z</dcterms:created>
  <dcterms:modified xsi:type="dcterms:W3CDTF">2026-03-17T15:29:40Z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2026-03-13T00:00:00Z</vt:filetime>
  </property>
  <property fmtid="{D5CDD505-2E9C-101B-9397-08002B2CF9AE}" pid="3" name="LastSaved">
    <vt:filetime>2026-03-14T00:00:00Z</vt:filetime>
  </property>
</Properties>
</file>