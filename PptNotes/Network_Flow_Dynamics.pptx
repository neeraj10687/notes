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idcVbcsjaFLxEFqd0uV0L7uCMx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3475" l="0" r="0" t="0"/>
          <a:stretch/>
        </p:blipFill>
        <p:spPr>
          <a:xfrm>
            <a:off x="0" y="38100"/>
            <a:ext cx="16255999" cy="875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3475" l="0" r="0" t="0"/>
          <a:stretch/>
        </p:blipFill>
        <p:spPr>
          <a:xfrm>
            <a:off x="0" y="38100"/>
            <a:ext cx="16255999" cy="875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3269" l="0" r="0" t="0"/>
          <a:stretch/>
        </p:blipFill>
        <p:spPr>
          <a:xfrm>
            <a:off x="0" y="38100"/>
            <a:ext cx="16255999" cy="877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2847" l="0" r="0" t="0"/>
          <a:stretch/>
        </p:blipFill>
        <p:spPr>
          <a:xfrm>
            <a:off x="0" y="38100"/>
            <a:ext cx="16255999" cy="88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2638" l="0" r="0" t="0"/>
          <a:stretch/>
        </p:blipFill>
        <p:spPr>
          <a:xfrm>
            <a:off x="0" y="38100"/>
            <a:ext cx="16255999" cy="88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3063" l="0" r="0" t="0"/>
          <a:stretch/>
        </p:blipFill>
        <p:spPr>
          <a:xfrm>
            <a:off x="0" y="38100"/>
            <a:ext cx="16255999" cy="879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2638" l="0" r="0" t="0"/>
          <a:stretch/>
        </p:blipFill>
        <p:spPr>
          <a:xfrm>
            <a:off x="0" y="38100"/>
            <a:ext cx="16255999" cy="88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3269" l="0" r="0" t="0"/>
          <a:stretch/>
        </p:blipFill>
        <p:spPr>
          <a:xfrm>
            <a:off x="0" y="38100"/>
            <a:ext cx="16255999" cy="877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3063" l="0" r="0" t="0"/>
          <a:stretch/>
        </p:blipFill>
        <p:spPr>
          <a:xfrm>
            <a:off x="-38021" y="19090"/>
            <a:ext cx="16255999" cy="879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3475" l="0" r="0" t="0"/>
          <a:stretch/>
        </p:blipFill>
        <p:spPr>
          <a:xfrm>
            <a:off x="0" y="38100"/>
            <a:ext cx="16255999" cy="875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4104" l="0" r="0" t="0"/>
          <a:stretch/>
        </p:blipFill>
        <p:spPr>
          <a:xfrm>
            <a:off x="0" y="38100"/>
            <a:ext cx="16255999" cy="86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3475" l="0" r="0" t="0"/>
          <a:stretch/>
        </p:blipFill>
        <p:spPr>
          <a:xfrm>
            <a:off x="0" y="38100"/>
            <a:ext cx="16255999" cy="875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3269" l="0" r="0" t="0"/>
          <a:stretch/>
        </p:blipFill>
        <p:spPr>
          <a:xfrm>
            <a:off x="0" y="38100"/>
            <a:ext cx="16255999" cy="877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3475" l="0" r="0" t="0"/>
          <a:stretch/>
        </p:blipFill>
        <p:spPr>
          <a:xfrm>
            <a:off x="0" y="38100"/>
            <a:ext cx="16255999" cy="875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