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70" r:id="rId9"/>
    <p:sldId id="271" r:id="rId10"/>
    <p:sldId id="272" r:id="rId11"/>
    <p:sldId id="273" r:id="rId12"/>
    <p:sldId id="274" r:id="rId13"/>
    <p:sldId id="261" r:id="rId14"/>
    <p:sldId id="262" r:id="rId15"/>
    <p:sldId id="265" r:id="rId16"/>
    <p:sldId id="267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5" r:id="rId27"/>
    <p:sldId id="286" r:id="rId28"/>
    <p:sldId id="287" r:id="rId29"/>
    <p:sldId id="288" r:id="rId30"/>
    <p:sldId id="290" r:id="rId31"/>
    <p:sldId id="289" r:id="rId32"/>
    <p:sldId id="291" r:id="rId33"/>
    <p:sldId id="29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3"/>
    <p:restoredTop sz="94513"/>
  </p:normalViewPr>
  <p:slideViewPr>
    <p:cSldViewPr snapToGrid="0">
      <p:cViewPr varScale="1">
        <p:scale>
          <a:sx n="91" d="100"/>
          <a:sy n="91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78C7D-279B-6E6A-F4AE-0FF4E72E5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107C8-24B1-ECE5-7473-CE64FCF3A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DEB91-A57F-9531-BDC2-CA818C76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2F086-4F39-A439-77A2-03C759902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D8E0F-9D0C-2810-FE76-E41DD386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0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4CBE-10D7-03F3-5560-3071753C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CF524-BC56-A081-1184-7D6B45038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C253-7F7C-46D1-1917-6F6971250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82E60-60E9-E8AA-6B39-65587FF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86630-5A5B-FA4E-E8CA-CB13226F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0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974A-903A-4C48-F81D-C2892D508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EA187-45DC-5125-4D2B-37FB290D7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4BD0B-8CA6-B59B-97BA-0AF079DE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3FFA6-E968-CC25-DBA5-C13714D76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D7B65-AED5-7F53-A3F4-87E04C4E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9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D38A-6C79-D0F9-6F57-49392CD4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B761-CF6D-5AAC-B5C0-850819ADB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16132-506B-55D8-18E8-A4006C668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C6AFE-3B39-E24A-7AA9-B17B0512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5853F-10F2-C2A2-B363-0A0C9A62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906AD-B1C4-D271-D2B3-7510EBDF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5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7752-4D99-B8A1-0AAE-2DDD670B5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D9E41-9ABF-BE67-0CB8-70F7D1623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B9504-DDCB-003C-8C39-75F2E9620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F8A1F-9884-B0D3-B864-7A51A4DCC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311B11-DD75-E15C-C049-EF34DFEB9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7AFDE-619C-3E67-41E8-28004225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316AAB-046A-F49F-AAFB-9D10E0435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1F8BC5-B9F8-354A-6ACD-86C1A284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3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04981-8BCB-BC3C-8B17-B6F460ED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B5EFB-25E5-27E6-FB1A-512676E3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C5DE0B-8FC2-98C9-BD03-E384833D2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21804-1400-43C5-2ABB-EF0B9ABFD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07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B5CC3-D095-2E70-A790-27E2BBBE7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C59C1E-DC20-6B29-D3AA-B49BB075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5903C-3A63-9E0F-6A0D-84D432B2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8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B6D8-A925-93D0-2C1F-C6D4503C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AFAA6-67BB-635B-DECC-4293CFDDF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9B041-7EA9-341F-8CDC-3CE66C60E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A38A2-D522-1A73-EA00-C777E4DB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7441C-5BDB-F4BA-EAF0-74306E2E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02B61-57A1-403A-0660-7BE2227BF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13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B789-62A2-C506-9C4A-AE084DA98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0D22B1-ADD4-1DF6-41F5-DEA58F98A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02605-061D-2A00-4775-B5AA1EDB1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23A23-2E1B-ED49-42CD-96CEF202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493D9-D055-BBB7-682B-7C007D1B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14AB-E95C-E67B-17D8-B32159EAB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18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8766-FC1A-EFA8-CA9D-62F26761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BA1C5-DEDD-3622-4399-DD0165A08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69911-653C-A164-6200-DE9084D3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B11C-4EB8-F6BB-F5F9-65ECA7D2A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F73E1-BA4A-7DE6-211D-2E3C2B2D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7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800E04-1D7E-D27D-E0B2-9BCF3D37F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A8D2B-DCB4-4A90-D30F-BAA2866AD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C3D0D-F86F-CD7E-E397-2557B8DA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9321B-01A0-D849-32D4-D788F054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B6302-83D8-51D1-73C0-3C1D58E1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2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41483-015E-FA92-F97D-D86C3C9E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337F3-DED7-CDAC-DF80-54837BA40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492A5-9E9A-690F-ACFB-2DCD5CB23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663C7-A4B1-6149-B34F-82F91C4A0FA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1282E-64D5-EC54-9A7B-B3337F269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89A2E-3478-F494-1C0F-69E94BDBF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22059-A427-C840-94DF-186C25B6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EEE9-E4C6-CA1C-1E8B-26C542390C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146E6-A4FC-D579-E5AC-85A7AE04E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68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004F-E301-B89E-C2ED-329294CAA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Streams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05EF1-A1FF-97FA-31FE-019F240B7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Definition: A stream is a ordered sequence of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Unidirectional movement of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Sequential access to the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stream represents a uniform, easy to use, object oriented interface between the program and the input/output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Pipelining of streams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Two types of streams: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Byte Streams</a:t>
            </a:r>
          </a:p>
          <a:p>
            <a:pPr marL="1200150" lvl="2" indent="-285750"/>
            <a:r>
              <a:rPr lang="en-IN" dirty="0"/>
              <a:t>Input Stream/Output Stream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Character Streams</a:t>
            </a:r>
          </a:p>
          <a:p>
            <a:pPr marL="1200150" lvl="2" indent="-285750"/>
            <a:r>
              <a:rPr lang="en-IN" dirty="0"/>
              <a:t>Reader classes/Writer classes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54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89C2-79D3-830D-5277-275074DD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4BC10E-3D7D-6B3C-EC2D-0BA9720D8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0066" y="1253331"/>
            <a:ext cx="74918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1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FF4C-9585-88B2-8666-075163EC6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32038C-E524-3876-C6E0-B6265A935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9867" y="1825625"/>
            <a:ext cx="68638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45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594AB-A71F-573E-AE4A-4DBCF8DD7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Byte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AF5C-C6B7-BD27-354E-9D5EB8AFD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for reading and writing binary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Key classes: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InputStream</a:t>
            </a:r>
            <a:r>
              <a:rPr lang="en-IN" dirty="0"/>
              <a:t> (abstract class)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dirty="0" err="1"/>
              <a:t>FileInputStream</a:t>
            </a:r>
            <a:endParaRPr lang="en-IN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dirty="0" err="1"/>
              <a:t>ByteArrayInputStream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OutputStream</a:t>
            </a:r>
            <a:r>
              <a:rPr lang="en-IN" dirty="0"/>
              <a:t> (abstract class)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dirty="0" err="1"/>
              <a:t>FileOutputStream</a:t>
            </a:r>
            <a:endParaRPr lang="en-IN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dirty="0" err="1"/>
              <a:t>ByteArrayOutputStream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6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243CD-B4A3-9A4B-3A1D-674CEBCD4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Character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7F5C8-9207-23D9-99F9-4E074033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for reading and writing character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Key classes: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Reader (abstract class)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dirty="0" err="1"/>
              <a:t>FileReader</a:t>
            </a:r>
            <a:endParaRPr lang="en-IN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dirty="0" err="1"/>
              <a:t>BufferedReader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Writer (abstract class)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dirty="0" err="1"/>
              <a:t>FileWriter</a:t>
            </a:r>
            <a:endParaRPr lang="en-IN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dirty="0" err="1"/>
              <a:t>BufferedWriter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73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53C53-4A7B-9D80-E4AE-36534973E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Reading and Writing to console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7328-0FEA-A53E-DCAC-C6B3A7869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System.in</a:t>
            </a:r>
            <a:r>
              <a:rPr lang="en-IN" dirty="0"/>
              <a:t> for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System.out</a:t>
            </a:r>
            <a:r>
              <a:rPr lang="en-IN" dirty="0"/>
              <a:t> for output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ConsoleIO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Scanner scanner = new Scanner(</a:t>
            </a:r>
            <a:r>
              <a:rPr lang="en-US" dirty="0" err="1"/>
              <a:t>System.in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</a:t>
            </a:r>
            <a:r>
              <a:rPr lang="en-US" dirty="0"/>
              <a:t>("Enter your name: ");</a:t>
            </a:r>
          </a:p>
          <a:p>
            <a:pPr marL="0" indent="0">
              <a:buNone/>
            </a:pPr>
            <a:r>
              <a:rPr lang="en-US" dirty="0"/>
              <a:t>        String name = </a:t>
            </a:r>
            <a:r>
              <a:rPr lang="en-US" dirty="0" err="1"/>
              <a:t>scanner.nextLine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("Hello, " + name + "!");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scanner.close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8788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184E-1D82-18F5-48B7-9EAE16F2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File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A974E-404E-BAF8-F50C-D62317641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Java.io</a:t>
            </a:r>
            <a:r>
              <a:rPr lang="en-US" dirty="0"/>
              <a:t> package includes File class for creating files and directories</a:t>
            </a:r>
          </a:p>
          <a:p>
            <a:pPr lvl="1"/>
            <a:r>
              <a:rPr lang="en-US" dirty="0"/>
              <a:t>Methods for creating a file</a:t>
            </a:r>
          </a:p>
          <a:p>
            <a:pPr lvl="1"/>
            <a:r>
              <a:rPr lang="en-US" dirty="0"/>
              <a:t>Opening a file</a:t>
            </a:r>
          </a:p>
          <a:p>
            <a:pPr lvl="1"/>
            <a:r>
              <a:rPr lang="en-US" dirty="0"/>
              <a:t>Closing a file</a:t>
            </a:r>
          </a:p>
          <a:p>
            <a:pPr lvl="1"/>
            <a:r>
              <a:rPr lang="en-US" dirty="0"/>
              <a:t>Deleting a file</a:t>
            </a:r>
          </a:p>
          <a:p>
            <a:pPr lvl="1"/>
            <a:r>
              <a:rPr lang="en-US" dirty="0"/>
              <a:t>Renaming</a:t>
            </a:r>
          </a:p>
          <a:p>
            <a:pPr lvl="1"/>
            <a:r>
              <a:rPr lang="en-US" dirty="0"/>
              <a:t>Getting the size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088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76612-19E3-5112-C60A-98F9B1BAE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Input/output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E9CA6-08F3-CD22-B2C8-709D920D1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creating files and performing I/O operations on them I/O related exceptions are thrown</a:t>
            </a:r>
          </a:p>
          <a:p>
            <a:r>
              <a:rPr lang="en-US" dirty="0" err="1"/>
              <a:t>EOFException</a:t>
            </a:r>
            <a:endParaRPr lang="en-US" dirty="0"/>
          </a:p>
          <a:p>
            <a:r>
              <a:rPr lang="en-US" dirty="0" err="1"/>
              <a:t>FileNotFoundException</a:t>
            </a:r>
            <a:endParaRPr lang="en-US" dirty="0"/>
          </a:p>
          <a:p>
            <a:r>
              <a:rPr lang="en-US" dirty="0" err="1"/>
              <a:t>InterruptedException</a:t>
            </a:r>
            <a:endParaRPr lang="en-US" dirty="0"/>
          </a:p>
          <a:p>
            <a:r>
              <a:rPr lang="en-US" dirty="0" err="1"/>
              <a:t>IOException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08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17F3-A382-B373-7BC1-5F8E6C2C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5FCB7-3E42-9ECB-5965-F49658980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Suitable name for the file (</a:t>
            </a:r>
            <a:r>
              <a:rPr lang="en-US" dirty="0" err="1"/>
              <a:t>input.txt</a:t>
            </a:r>
            <a:r>
              <a:rPr lang="en-US" dirty="0"/>
              <a:t>)</a:t>
            </a:r>
          </a:p>
          <a:p>
            <a:r>
              <a:rPr lang="en-US" dirty="0"/>
              <a:t>Data type to be stored-characters, bytes, primitive type</a:t>
            </a:r>
          </a:p>
          <a:p>
            <a:r>
              <a:rPr lang="en-US" dirty="0"/>
              <a:t>Purpose(</a:t>
            </a:r>
            <a:r>
              <a:rPr lang="en-US" dirty="0" err="1"/>
              <a:t>reading,writing</a:t>
            </a:r>
            <a:r>
              <a:rPr lang="en-US" dirty="0"/>
              <a:t>, updating)</a:t>
            </a:r>
          </a:p>
          <a:p>
            <a:r>
              <a:rPr lang="en-US" dirty="0"/>
              <a:t>Method of creating the file</a:t>
            </a:r>
          </a:p>
        </p:txBody>
      </p:sp>
    </p:spTree>
    <p:extLst>
      <p:ext uri="{BB962C8B-B14F-4D97-AF65-F5344CB8AC3E}">
        <p14:creationId xmlns:p14="http://schemas.microsoft.com/office/powerpoint/2010/main" val="1780721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766D-4EAF-8B67-1692-4E47E946C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Inilitializing</a:t>
            </a:r>
            <a:r>
              <a:rPr lang="en-US" dirty="0"/>
              <a:t> File Stream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2640-AD4F-27F2-D40C-9CF739F5C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FileInputStream</a:t>
            </a:r>
            <a:r>
              <a:rPr lang="en-US" dirty="0"/>
              <a:t> </a:t>
            </a:r>
            <a:r>
              <a:rPr lang="en-US" dirty="0" err="1"/>
              <a:t>fis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try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fis</a:t>
            </a:r>
            <a:r>
              <a:rPr lang="en-US" dirty="0"/>
              <a:t>=new </a:t>
            </a:r>
            <a:r>
              <a:rPr lang="en-US" dirty="0" err="1"/>
              <a:t>FileInputStream</a:t>
            </a:r>
            <a:r>
              <a:rPr lang="en-US" dirty="0"/>
              <a:t>(“</a:t>
            </a:r>
            <a:r>
              <a:rPr lang="en-US" dirty="0" err="1"/>
              <a:t>test.dat</a:t>
            </a:r>
            <a:r>
              <a:rPr lang="en-US" dirty="0"/>
              <a:t>”)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catch(</a:t>
            </a:r>
            <a:r>
              <a:rPr lang="en-US" dirty="0" err="1"/>
              <a:t>IOException</a:t>
            </a:r>
            <a:r>
              <a:rPr lang="en-US" dirty="0"/>
              <a:t> e)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8015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62192-A137-D55F-3B95-F05DF7A24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61691-2300-11B1-415E-414B91C9D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File </a:t>
            </a:r>
            <a:r>
              <a:rPr lang="en-US" dirty="0" err="1"/>
              <a:t>infile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infile</a:t>
            </a:r>
            <a:r>
              <a:rPr lang="en-US" dirty="0"/>
              <a:t>=new </a:t>
            </a:r>
            <a:r>
              <a:rPr lang="en-US" dirty="0" err="1"/>
              <a:t>infile</a:t>
            </a:r>
            <a:r>
              <a:rPr lang="en-US" dirty="0"/>
              <a:t>(“</a:t>
            </a:r>
            <a:r>
              <a:rPr lang="en-US" dirty="0" err="1"/>
              <a:t>test.dat</a:t>
            </a:r>
            <a:r>
              <a:rPr lang="en-US" dirty="0"/>
              <a:t>”)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FileInputStream</a:t>
            </a:r>
            <a:r>
              <a:rPr lang="en-US" dirty="0"/>
              <a:t> </a:t>
            </a:r>
            <a:r>
              <a:rPr lang="en-US" dirty="0" err="1"/>
              <a:t>fis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try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fis</a:t>
            </a:r>
            <a:r>
              <a:rPr lang="en-US" dirty="0"/>
              <a:t>=new </a:t>
            </a:r>
            <a:r>
              <a:rPr lang="en-US" dirty="0" err="1"/>
              <a:t>FileInputStream</a:t>
            </a:r>
            <a:r>
              <a:rPr lang="en-US" dirty="0"/>
              <a:t>(</a:t>
            </a:r>
            <a:r>
              <a:rPr lang="en-US" dirty="0" err="1"/>
              <a:t>infile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catch(</a:t>
            </a:r>
            <a:r>
              <a:rPr lang="en-US" dirty="0" err="1"/>
              <a:t>IOException</a:t>
            </a:r>
            <a:r>
              <a:rPr lang="en-US" dirty="0"/>
              <a:t> e)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83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0C6A-8128-A51D-E9D4-00260E70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Reading and writing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A04C0-E717-FBD6-3237-BA9B6728C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java.io</a:t>
            </a:r>
            <a:r>
              <a:rPr lang="en-US" dirty="0"/>
              <a:t>.*;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ReadFile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throws </a:t>
            </a:r>
            <a:r>
              <a:rPr lang="en-US" dirty="0" err="1"/>
              <a:t>IOException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FileReader</a:t>
            </a:r>
            <a:r>
              <a:rPr lang="en-US" dirty="0"/>
              <a:t> </a:t>
            </a:r>
            <a:r>
              <a:rPr lang="en-US" dirty="0" err="1"/>
              <a:t>fr</a:t>
            </a:r>
            <a:r>
              <a:rPr lang="en-US" dirty="0"/>
              <a:t> = new </a:t>
            </a:r>
            <a:r>
              <a:rPr lang="en-US" dirty="0" err="1"/>
              <a:t>FileReader</a:t>
            </a:r>
            <a:r>
              <a:rPr lang="en-US" dirty="0"/>
              <a:t>(”</a:t>
            </a:r>
            <a:r>
              <a:rPr lang="en-US" dirty="0" err="1"/>
              <a:t>output.txt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BufferedReader</a:t>
            </a:r>
            <a:r>
              <a:rPr lang="en-US" dirty="0"/>
              <a:t> </a:t>
            </a:r>
            <a:r>
              <a:rPr lang="en-US" dirty="0" err="1"/>
              <a:t>br</a:t>
            </a:r>
            <a:r>
              <a:rPr lang="en-US" dirty="0"/>
              <a:t> = new </a:t>
            </a:r>
            <a:r>
              <a:rPr lang="en-US" dirty="0" err="1"/>
              <a:t>BufferedReader</a:t>
            </a:r>
            <a:r>
              <a:rPr lang="en-US" dirty="0"/>
              <a:t>(</a:t>
            </a:r>
            <a:r>
              <a:rPr lang="en-US" dirty="0" err="1"/>
              <a:t>fr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String line;</a:t>
            </a:r>
          </a:p>
          <a:p>
            <a:pPr marL="0" indent="0">
              <a:buNone/>
            </a:pPr>
            <a:r>
              <a:rPr lang="en-US" dirty="0"/>
              <a:t>        while ((line = </a:t>
            </a:r>
            <a:r>
              <a:rPr lang="en-US" dirty="0" err="1"/>
              <a:t>br.readLine</a:t>
            </a:r>
            <a:r>
              <a:rPr lang="en-US" dirty="0"/>
              <a:t>()) != null)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(line);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br.close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207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6FEAD-C27B-14FB-11F4-B85E4CEF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336E0-66D9-07E8-48CD-94DDD3C99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java.io</a:t>
            </a:r>
            <a:r>
              <a:rPr lang="en-US" dirty="0"/>
              <a:t>.*;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WriteFile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throws </a:t>
            </a:r>
            <a:r>
              <a:rPr lang="en-US" dirty="0" err="1"/>
              <a:t>IOException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FileWriter</a:t>
            </a:r>
            <a:r>
              <a:rPr lang="en-US" dirty="0"/>
              <a:t> </a:t>
            </a:r>
            <a:r>
              <a:rPr lang="en-US" dirty="0" err="1"/>
              <a:t>fw</a:t>
            </a:r>
            <a:r>
              <a:rPr lang="en-US" dirty="0"/>
              <a:t> = new </a:t>
            </a:r>
            <a:r>
              <a:rPr lang="en-US" dirty="0" err="1"/>
              <a:t>FileWriter</a:t>
            </a:r>
            <a:r>
              <a:rPr lang="en-US" dirty="0"/>
              <a:t>("</a:t>
            </a:r>
            <a:r>
              <a:rPr lang="en-US" dirty="0" err="1"/>
              <a:t>output.txt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BufferedWriter</a:t>
            </a:r>
            <a:r>
              <a:rPr lang="en-US" dirty="0"/>
              <a:t> </a:t>
            </a:r>
            <a:r>
              <a:rPr lang="en-US" dirty="0" err="1"/>
              <a:t>bw</a:t>
            </a:r>
            <a:r>
              <a:rPr lang="en-US" dirty="0"/>
              <a:t> = new </a:t>
            </a:r>
            <a:r>
              <a:rPr lang="en-US" dirty="0" err="1"/>
              <a:t>BufferedWriter</a:t>
            </a:r>
            <a:r>
              <a:rPr lang="en-US" dirty="0"/>
              <a:t>(</a:t>
            </a:r>
            <a:r>
              <a:rPr lang="en-US" dirty="0" err="1"/>
              <a:t>fw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bw.write</a:t>
            </a:r>
            <a:r>
              <a:rPr lang="en-US" dirty="0"/>
              <a:t>("Hello, Java I/O!");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bw.close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2622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F7A4-C069-5921-9240-CF1C4AC2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reader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0558-3980-A05E-0C6E-D20975BD1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FileReader</a:t>
            </a:r>
            <a:r>
              <a:rPr lang="en-IN" dirty="0"/>
              <a:t> is a class in Java used for reading character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reads data one character at a time, making it relatively slow for large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does not have built-in buffering, meaning each read operation directly interacts with the file, leading to more I/O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58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509C7-90E9-EFD7-3780-3A007954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Buffered Reader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FA26-98DF-D365-8254-9A8C99191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BufferedReader</a:t>
            </a:r>
            <a:r>
              <a:rPr lang="en-IN" dirty="0"/>
              <a:t> is a wrapper around </a:t>
            </a:r>
            <a:r>
              <a:rPr lang="en-IN" dirty="0" err="1"/>
              <a:t>FileReader</a:t>
            </a:r>
            <a:r>
              <a:rPr lang="en-IN" dirty="0"/>
              <a:t> that adds buffering capabilities.</a:t>
            </a:r>
          </a:p>
          <a:p>
            <a:r>
              <a:rPr lang="en-IN" dirty="0"/>
              <a:t>It reads large chunks of data at once, reducing the number of I/O operations and improving efficiency.</a:t>
            </a:r>
          </a:p>
          <a:p>
            <a:r>
              <a:rPr lang="en-IN" dirty="0"/>
              <a:t>Provides methods like </a:t>
            </a:r>
            <a:r>
              <a:rPr lang="en-IN" dirty="0" err="1"/>
              <a:t>readLine</a:t>
            </a:r>
            <a:r>
              <a:rPr lang="en-IN" dirty="0"/>
              <a:t>() for reading an entire line at a time, making it more convenient for text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851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1782-3E73-E034-3066-4E4CAE86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writing bytes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A318F-D940-0780-E107-EEFAF11D0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FileReader</a:t>
            </a:r>
            <a:r>
              <a:rPr lang="en-US" dirty="0"/>
              <a:t> and </a:t>
            </a:r>
            <a:r>
              <a:rPr lang="en-US" dirty="0" err="1"/>
              <a:t>FileWriter</a:t>
            </a:r>
            <a:r>
              <a:rPr lang="en-US" dirty="0"/>
              <a:t> classes to read and write 16 bit characters</a:t>
            </a:r>
          </a:p>
          <a:p>
            <a:r>
              <a:rPr lang="en-US" dirty="0" err="1"/>
              <a:t>FileInputStream</a:t>
            </a:r>
            <a:r>
              <a:rPr lang="en-US" dirty="0"/>
              <a:t> and </a:t>
            </a:r>
            <a:r>
              <a:rPr lang="en-US" dirty="0" err="1"/>
              <a:t>FileOutputStream</a:t>
            </a:r>
            <a:r>
              <a:rPr lang="en-US" dirty="0"/>
              <a:t> reads 8 bit bytes</a:t>
            </a:r>
          </a:p>
        </p:txBody>
      </p:sp>
    </p:spTree>
    <p:extLst>
      <p:ext uri="{BB962C8B-B14F-4D97-AF65-F5344CB8AC3E}">
        <p14:creationId xmlns:p14="http://schemas.microsoft.com/office/powerpoint/2010/main" val="3805539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EBBC3-6412-7861-2496-0F3D7AB9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D75DE-C712-23C5-0510-DB0FE59B3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FileCopyBytes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 err="1"/>
              <a:t>FileInputStream</a:t>
            </a:r>
            <a:r>
              <a:rPr lang="en-IN" dirty="0"/>
              <a:t> fin = null;</a:t>
            </a:r>
            <a:br>
              <a:rPr lang="en-IN" dirty="0"/>
            </a:b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 = null;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try {</a:t>
            </a:r>
            <a:br>
              <a:rPr lang="en-IN" dirty="0"/>
            </a:br>
            <a:r>
              <a:rPr lang="en-IN" dirty="0"/>
              <a:t>// Source file</a:t>
            </a:r>
            <a:br>
              <a:rPr lang="en-IN" dirty="0"/>
            </a:br>
            <a:r>
              <a:rPr lang="en-IN" dirty="0"/>
              <a:t>fin = new </a:t>
            </a:r>
            <a:r>
              <a:rPr lang="en-IN" dirty="0" err="1"/>
              <a:t>FileInputStream</a:t>
            </a:r>
            <a:r>
              <a:rPr lang="en-IN" dirty="0"/>
              <a:t>("</a:t>
            </a:r>
            <a:r>
              <a:rPr lang="en-IN" dirty="0" err="1"/>
              <a:t>source.txt</a:t>
            </a:r>
            <a:r>
              <a:rPr lang="en-IN" dirty="0"/>
              <a:t>");</a:t>
            </a:r>
            <a:br>
              <a:rPr lang="en-IN" dirty="0"/>
            </a:br>
            <a:r>
              <a:rPr lang="en-IN" dirty="0"/>
              <a:t>// Destination file</a:t>
            </a:r>
            <a:br>
              <a:rPr lang="en-IN" dirty="0"/>
            </a:br>
            <a:r>
              <a:rPr lang="en-IN" dirty="0" err="1"/>
              <a:t>fout</a:t>
            </a:r>
            <a:r>
              <a:rPr lang="en-IN" dirty="0"/>
              <a:t> = new </a:t>
            </a:r>
            <a:r>
              <a:rPr lang="en-IN" dirty="0" err="1"/>
              <a:t>FileOutputStream</a:t>
            </a:r>
            <a:r>
              <a:rPr lang="en-IN" dirty="0"/>
              <a:t>("</a:t>
            </a:r>
            <a:r>
              <a:rPr lang="en-IN" dirty="0" err="1"/>
              <a:t>destination.txt</a:t>
            </a:r>
            <a:r>
              <a:rPr lang="en-IN" dirty="0"/>
              <a:t>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data;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Read and write byte by byte</a:t>
            </a:r>
            <a:br>
              <a:rPr lang="en-IN" dirty="0"/>
            </a:br>
            <a:r>
              <a:rPr lang="en-IN" dirty="0"/>
              <a:t>while ((data = </a:t>
            </a:r>
            <a:r>
              <a:rPr lang="en-IN" dirty="0" err="1"/>
              <a:t>fin.read</a:t>
            </a:r>
            <a:r>
              <a:rPr lang="en-IN" dirty="0"/>
              <a:t>()) != -1) {</a:t>
            </a:r>
            <a:br>
              <a:rPr lang="en-IN" dirty="0"/>
            </a:br>
            <a:r>
              <a:rPr lang="en-IN" dirty="0" err="1"/>
              <a:t>fout.write</a:t>
            </a:r>
            <a:r>
              <a:rPr lang="en-IN" dirty="0"/>
              <a:t>(data);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495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B8DB-35CB-12D4-2256-E6BF57D0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9772A-2A17-596E-7877-026386E2F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("Error: " + </a:t>
            </a:r>
            <a:r>
              <a:rPr lang="en-IN" dirty="0" err="1"/>
              <a:t>e.getMessage</a:t>
            </a:r>
            <a:r>
              <a:rPr lang="en-IN" dirty="0"/>
              <a:t>());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215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2D3B-9E16-C57F-A2E8-51E01C8B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22777-FB7D-A66A-8955-9F93AB3CB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1182"/>
            <a:ext cx="10515600" cy="5515781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java.io.FileInputStream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</a:t>
            </a:r>
            <a:r>
              <a:rPr lang="en-IN" dirty="0" err="1"/>
              <a:t>ReadBytesExample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try {</a:t>
            </a:r>
            <a:br>
              <a:rPr lang="en-IN" dirty="0"/>
            </a:br>
            <a:r>
              <a:rPr lang="en-IN" dirty="0" err="1"/>
              <a:t>FileInputStream</a:t>
            </a:r>
            <a:r>
              <a:rPr lang="en-IN" dirty="0"/>
              <a:t> fin = new </a:t>
            </a:r>
            <a:r>
              <a:rPr lang="en-IN" dirty="0" err="1"/>
              <a:t>FileInputStream</a:t>
            </a:r>
            <a:r>
              <a:rPr lang="en-IN" dirty="0"/>
              <a:t>("</a:t>
            </a:r>
            <a:r>
              <a:rPr lang="en-IN" dirty="0" err="1"/>
              <a:t>input.txt</a:t>
            </a:r>
            <a:r>
              <a:rPr lang="en-IN" dirty="0"/>
              <a:t>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data;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Read byte by byte</a:t>
            </a:r>
            <a:br>
              <a:rPr lang="en-IN" dirty="0"/>
            </a:br>
            <a:r>
              <a:rPr lang="en-IN" dirty="0"/>
              <a:t>while ((data = </a:t>
            </a:r>
            <a:r>
              <a:rPr lang="en-IN" dirty="0" err="1"/>
              <a:t>fin.read</a:t>
            </a:r>
            <a:r>
              <a:rPr lang="en-IN" dirty="0"/>
              <a:t>()) != -1) {</a:t>
            </a:r>
            <a:br>
              <a:rPr lang="en-IN" dirty="0"/>
            </a:br>
            <a:r>
              <a:rPr lang="en-IN" dirty="0" err="1"/>
              <a:t>System.out.print</a:t>
            </a:r>
            <a:r>
              <a:rPr lang="en-IN" dirty="0"/>
              <a:t>((char) data); // convert byte to character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fin.close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("Error: " + </a:t>
            </a:r>
            <a:r>
              <a:rPr lang="en-IN" dirty="0" err="1"/>
              <a:t>e.getMessage</a:t>
            </a:r>
            <a:r>
              <a:rPr lang="en-IN" dirty="0"/>
              <a:t>());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781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7B48-E102-48C6-7177-E2331D2A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5DC73-B2BB-75D1-C02F-E690EC5E6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java.io.FileOutputStream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</a:t>
            </a:r>
            <a:r>
              <a:rPr lang="en-IN" dirty="0" err="1"/>
              <a:t>WriteBytesExample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try {</a:t>
            </a:r>
            <a:br>
              <a:rPr lang="en-IN" dirty="0"/>
            </a:b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 = new </a:t>
            </a:r>
            <a:r>
              <a:rPr lang="en-IN" dirty="0" err="1"/>
              <a:t>FileOutputStream</a:t>
            </a:r>
            <a:r>
              <a:rPr lang="en-IN" dirty="0"/>
              <a:t>("</a:t>
            </a:r>
            <a:r>
              <a:rPr lang="en-IN" dirty="0" err="1"/>
              <a:t>output.txt</a:t>
            </a:r>
            <a:r>
              <a:rPr lang="en-IN" dirty="0"/>
              <a:t>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String data = "Hello, this is a byte stream example!";</a:t>
            </a:r>
            <a:br>
              <a:rPr lang="en-IN" dirty="0"/>
            </a:br>
            <a:r>
              <a:rPr lang="en-IN" dirty="0"/>
              <a:t>byte[] bytes = </a:t>
            </a:r>
            <a:r>
              <a:rPr lang="en-IN" dirty="0" err="1"/>
              <a:t>data.getBytes</a:t>
            </a:r>
            <a:r>
              <a:rPr lang="en-IN" dirty="0"/>
              <a:t>(); // convert string to bytes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fout.write</a:t>
            </a:r>
            <a:r>
              <a:rPr lang="en-IN" dirty="0"/>
              <a:t>(bytes); // write bytes to file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fout.close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("Data written successfully!");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("Error: " + </a:t>
            </a:r>
            <a:r>
              <a:rPr lang="en-IN" dirty="0" err="1"/>
              <a:t>e.getMessage</a:t>
            </a:r>
            <a:r>
              <a:rPr lang="en-IN" dirty="0"/>
              <a:t>());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83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99ED-E17F-E7C5-9C92-7B9AB696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primitive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A62C7-D74F-0D2A-FBC0-E060E8002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DataInputStream</a:t>
            </a:r>
            <a:r>
              <a:rPr lang="en-US" dirty="0"/>
              <a:t> and </a:t>
            </a:r>
            <a:r>
              <a:rPr lang="en-US" dirty="0" err="1"/>
              <a:t>DataOutputStream</a:t>
            </a:r>
            <a:endParaRPr lang="en-US" dirty="0"/>
          </a:p>
          <a:p>
            <a:r>
              <a:rPr lang="en-US" dirty="0"/>
              <a:t>Filter classes which act as wrappers on existing input and output streams for handling primitive types</a:t>
            </a:r>
          </a:p>
          <a:p>
            <a:r>
              <a:rPr lang="en-US" dirty="0" err="1"/>
              <a:t>FileInputStream</a:t>
            </a:r>
            <a:r>
              <a:rPr lang="en-US" dirty="0"/>
              <a:t> </a:t>
            </a:r>
            <a:r>
              <a:rPr lang="en-US" dirty="0" err="1"/>
              <a:t>fis</a:t>
            </a:r>
            <a:r>
              <a:rPr lang="en-US" dirty="0"/>
              <a:t>=new </a:t>
            </a:r>
            <a:r>
              <a:rPr lang="en-US" dirty="0" err="1"/>
              <a:t>FileInputStream</a:t>
            </a:r>
            <a:r>
              <a:rPr lang="en-US" dirty="0"/>
              <a:t> (‘’</a:t>
            </a:r>
            <a:r>
              <a:rPr lang="en-US" dirty="0" err="1"/>
              <a:t>text.dat</a:t>
            </a:r>
            <a:r>
              <a:rPr lang="en-US" dirty="0"/>
              <a:t>”)</a:t>
            </a:r>
          </a:p>
          <a:p>
            <a:r>
              <a:rPr lang="en-US" dirty="0" err="1"/>
              <a:t>DataInputStream</a:t>
            </a:r>
            <a:r>
              <a:rPr lang="en-US" dirty="0"/>
              <a:t> dis=new </a:t>
            </a:r>
            <a:r>
              <a:rPr lang="en-US" dirty="0" err="1"/>
              <a:t>DataInputStream</a:t>
            </a:r>
            <a:r>
              <a:rPr lang="en-US" dirty="0"/>
              <a:t>(</a:t>
            </a:r>
            <a:r>
              <a:rPr lang="en-US" dirty="0" err="1"/>
              <a:t>fis</a:t>
            </a:r>
            <a:r>
              <a:rPr lang="en-US" dirty="0"/>
              <a:t>)</a:t>
            </a:r>
          </a:p>
          <a:p>
            <a:r>
              <a:rPr lang="en-US" dirty="0"/>
              <a:t>Also for writing</a:t>
            </a:r>
          </a:p>
          <a:p>
            <a:r>
              <a:rPr lang="en-US" dirty="0" err="1"/>
              <a:t>FileOutputStream</a:t>
            </a:r>
            <a:r>
              <a:rPr lang="en-US" dirty="0"/>
              <a:t> </a:t>
            </a:r>
            <a:r>
              <a:rPr lang="en-US" dirty="0" err="1"/>
              <a:t>fos</a:t>
            </a:r>
            <a:r>
              <a:rPr lang="en-US" dirty="0"/>
              <a:t>=new </a:t>
            </a:r>
            <a:r>
              <a:rPr lang="en-US" dirty="0" err="1"/>
              <a:t>FileOutputStream</a:t>
            </a:r>
            <a:r>
              <a:rPr lang="en-US" dirty="0"/>
              <a:t> (‘’</a:t>
            </a:r>
            <a:r>
              <a:rPr lang="en-US" dirty="0" err="1"/>
              <a:t>text.dat</a:t>
            </a:r>
            <a:r>
              <a:rPr lang="en-US" dirty="0"/>
              <a:t>”)</a:t>
            </a:r>
          </a:p>
          <a:p>
            <a:r>
              <a:rPr lang="en-US" dirty="0" err="1"/>
              <a:t>DataOutputStream</a:t>
            </a:r>
            <a:r>
              <a:rPr lang="en-US" dirty="0"/>
              <a:t> dis=new </a:t>
            </a:r>
            <a:r>
              <a:rPr lang="en-US" dirty="0" err="1"/>
              <a:t>DataOutputStream</a:t>
            </a:r>
            <a:r>
              <a:rPr lang="en-US" dirty="0"/>
              <a:t>(</a:t>
            </a:r>
            <a:r>
              <a:rPr lang="en-US" dirty="0" err="1"/>
              <a:t>fos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041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4ECA-9C71-1D34-A6E4-41E3AF05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C957-F871-FB84-A0F4-76D91404D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java.io</a:t>
            </a:r>
            <a:r>
              <a:rPr lang="en-US" dirty="0"/>
              <a:t>.*;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DataStreamDemo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try {</a:t>
            </a:r>
          </a:p>
          <a:p>
            <a:pPr marL="0" indent="0">
              <a:buNone/>
            </a:pPr>
            <a:r>
              <a:rPr lang="en-US" dirty="0"/>
              <a:t>            // Writing primitive data types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FileOutputStream</a:t>
            </a:r>
            <a:r>
              <a:rPr lang="en-US" dirty="0"/>
              <a:t> </a:t>
            </a:r>
            <a:r>
              <a:rPr lang="en-US" dirty="0" err="1"/>
              <a:t>fos</a:t>
            </a:r>
            <a:r>
              <a:rPr lang="en-US" dirty="0"/>
              <a:t> = new </a:t>
            </a:r>
            <a:r>
              <a:rPr lang="en-US" dirty="0" err="1"/>
              <a:t>FileOutputStream</a:t>
            </a:r>
            <a:r>
              <a:rPr lang="en-US" dirty="0"/>
              <a:t>("</a:t>
            </a:r>
            <a:r>
              <a:rPr lang="en-US" dirty="0" err="1"/>
              <a:t>data.txt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DataOutputStream</a:t>
            </a:r>
            <a:r>
              <a:rPr lang="en-US" dirty="0"/>
              <a:t> dos = new </a:t>
            </a:r>
            <a:r>
              <a:rPr lang="en-US" dirty="0" err="1"/>
              <a:t>DataOutputStream</a:t>
            </a:r>
            <a:r>
              <a:rPr lang="en-US" dirty="0"/>
              <a:t>(</a:t>
            </a:r>
            <a:r>
              <a:rPr lang="en-US" dirty="0" err="1"/>
              <a:t>fos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dos.writeInt</a:t>
            </a:r>
            <a:r>
              <a:rPr lang="en-US" dirty="0"/>
              <a:t>(100);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dos.writeDouble</a:t>
            </a:r>
            <a:r>
              <a:rPr lang="en-US" dirty="0"/>
              <a:t>(45.67);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dos.writeChar</a:t>
            </a:r>
            <a:r>
              <a:rPr lang="en-US" dirty="0"/>
              <a:t>('A');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dos.writeBoolean</a:t>
            </a:r>
            <a:r>
              <a:rPr lang="en-US" dirty="0"/>
              <a:t>(true);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dos.close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fos.close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7525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BAEC-1B3D-4550-2D71-44EE79F2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FC50F-0EFD-4CC2-EFF8-DCDC185F9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// Reading primitive data types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FileInputStream</a:t>
            </a:r>
            <a:r>
              <a:rPr lang="en-US" dirty="0"/>
              <a:t> </a:t>
            </a:r>
            <a:r>
              <a:rPr lang="en-US" dirty="0" err="1"/>
              <a:t>fis</a:t>
            </a:r>
            <a:r>
              <a:rPr lang="en-US" dirty="0"/>
              <a:t> = new </a:t>
            </a:r>
            <a:r>
              <a:rPr lang="en-US" dirty="0" err="1"/>
              <a:t>FileInputStream</a:t>
            </a:r>
            <a:r>
              <a:rPr lang="en-US" dirty="0"/>
              <a:t>("</a:t>
            </a:r>
            <a:r>
              <a:rPr lang="en-US" dirty="0" err="1"/>
              <a:t>data.txt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DataInputStream</a:t>
            </a:r>
            <a:r>
              <a:rPr lang="en-US" dirty="0"/>
              <a:t> dis = new </a:t>
            </a:r>
            <a:r>
              <a:rPr lang="en-US" dirty="0" err="1"/>
              <a:t>DataInputStream</a:t>
            </a:r>
            <a:r>
              <a:rPr lang="en-US" dirty="0"/>
              <a:t>(</a:t>
            </a:r>
            <a:r>
              <a:rPr lang="en-US" dirty="0" err="1"/>
              <a:t>fis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int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dis.readInt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double d = </a:t>
            </a:r>
            <a:r>
              <a:rPr lang="en-US" dirty="0" err="1"/>
              <a:t>dis.readDouble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char c = </a:t>
            </a:r>
            <a:r>
              <a:rPr lang="en-US" dirty="0" err="1"/>
              <a:t>dis.readChar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boolean</a:t>
            </a:r>
            <a:r>
              <a:rPr lang="en-US" dirty="0"/>
              <a:t> b = </a:t>
            </a:r>
            <a:r>
              <a:rPr lang="en-US" dirty="0" err="1"/>
              <a:t>dis.readBoolean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dis.close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fis.close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// Displaying values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("Integer: "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("Double: " + d);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("Character: " + c);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("Boolean: " + b);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} catch (</a:t>
            </a:r>
            <a:r>
              <a:rPr lang="en-US" dirty="0" err="1"/>
              <a:t>IOException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("Error: " + e);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71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CB6D-B60A-2D3E-2E65-83755EBD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What is Object Serialization?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58AE8-A4B7-36CC-2E0C-3F76918C7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What is Object Serialization?</a:t>
            </a:r>
          </a:p>
          <a:p>
            <a:r>
              <a:rPr lang="en-IN" b="1" dirty="0"/>
              <a:t>Object serialization</a:t>
            </a:r>
            <a:r>
              <a:rPr lang="en-IN" dirty="0"/>
              <a:t> is the process of converting a Java object into a </a:t>
            </a:r>
            <a:r>
              <a:rPr lang="en-IN" b="1" dirty="0"/>
              <a:t>byte stream</a:t>
            </a:r>
            <a:r>
              <a:rPr lang="en-IN" dirty="0"/>
              <a:t> so that it can be:</a:t>
            </a:r>
          </a:p>
          <a:p>
            <a:pPr lvl="1"/>
            <a:r>
              <a:rPr lang="en-IN" dirty="0"/>
              <a:t>Stored in a file</a:t>
            </a:r>
          </a:p>
          <a:p>
            <a:pPr lvl="1"/>
            <a:r>
              <a:rPr lang="en-IN" dirty="0"/>
              <a:t>Sent over a network</a:t>
            </a:r>
          </a:p>
          <a:p>
            <a:pPr lvl="1"/>
            <a:r>
              <a:rPr lang="en-IN" dirty="0"/>
              <a:t>Saved for later use</a:t>
            </a:r>
          </a:p>
          <a:p>
            <a:pPr marL="0" indent="0">
              <a:buNone/>
            </a:pPr>
            <a:r>
              <a:rPr lang="en-IN" b="1" dirty="0"/>
              <a:t>Deserialization</a:t>
            </a:r>
            <a:r>
              <a:rPr lang="en-IN" dirty="0"/>
              <a:t> = converting byte stream back into an object</a:t>
            </a:r>
          </a:p>
          <a:p>
            <a:r>
              <a:rPr lang="en-IN" dirty="0"/>
              <a:t>Saving a </a:t>
            </a:r>
            <a:r>
              <a:rPr lang="en-IN" b="1" dirty="0"/>
              <a:t>student record</a:t>
            </a:r>
            <a:r>
              <a:rPr lang="en-IN" dirty="0"/>
              <a:t> into a file</a:t>
            </a:r>
          </a:p>
          <a:p>
            <a:r>
              <a:rPr lang="en-IN" dirty="0"/>
              <a:t>Later reading it back exactly as it was</a:t>
            </a:r>
          </a:p>
          <a:p>
            <a:r>
              <a:rPr lang="en-US" dirty="0"/>
              <a:t>class Student implements Serializable {</a:t>
            </a:r>
          </a:p>
        </p:txBody>
      </p:sp>
    </p:spTree>
    <p:extLst>
      <p:ext uri="{BB962C8B-B14F-4D97-AF65-F5344CB8AC3E}">
        <p14:creationId xmlns:p14="http://schemas.microsoft.com/office/powerpoint/2010/main" val="980589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1A8F-5FE7-7D61-1584-5FA00111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object to the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4B340-9BB7-05DE-9FE3-E53A6E8B8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ObjectOutputStream</a:t>
            </a:r>
            <a:r>
              <a:rPr lang="en-US" dirty="0"/>
              <a:t> </a:t>
            </a:r>
            <a:r>
              <a:rPr lang="en-US" dirty="0" err="1"/>
              <a:t>oos</a:t>
            </a:r>
            <a:r>
              <a:rPr lang="en-US" dirty="0"/>
              <a:t> =</a:t>
            </a:r>
          </a:p>
          <a:p>
            <a:pPr marL="0" indent="0">
              <a:buNone/>
            </a:pPr>
            <a:r>
              <a:rPr lang="en-US" dirty="0"/>
              <a:t>   new </a:t>
            </a:r>
            <a:r>
              <a:rPr lang="en-US" dirty="0" err="1"/>
              <a:t>ObjectOutputStream</a:t>
            </a:r>
            <a:r>
              <a:rPr lang="en-US" dirty="0"/>
              <a:t>(new </a:t>
            </a:r>
            <a:r>
              <a:rPr lang="en-US" dirty="0" err="1"/>
              <a:t>FileOutputStream</a:t>
            </a:r>
            <a:r>
              <a:rPr lang="en-US" dirty="0"/>
              <a:t>("</a:t>
            </a:r>
            <a:r>
              <a:rPr lang="en-US" dirty="0" err="1"/>
              <a:t>file.dat</a:t>
            </a:r>
            <a:r>
              <a:rPr lang="en-US" dirty="0"/>
              <a:t>"));</a:t>
            </a:r>
          </a:p>
          <a:p>
            <a:endParaRPr lang="en-US" dirty="0"/>
          </a:p>
          <a:p>
            <a:r>
              <a:rPr lang="en-US" dirty="0" err="1"/>
              <a:t>oos.writeObject</a:t>
            </a:r>
            <a:r>
              <a:rPr lang="en-US" dirty="0"/>
              <a:t>(obj);</a:t>
            </a:r>
          </a:p>
          <a:p>
            <a:r>
              <a:rPr lang="en-IN" dirty="0"/>
              <a:t>Object → converted into </a:t>
            </a:r>
            <a:r>
              <a:rPr lang="en-IN" b="1" dirty="0"/>
              <a:t>bytes</a:t>
            </a:r>
            <a:r>
              <a:rPr lang="en-IN" dirty="0"/>
              <a:t> → stored in file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839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3975-717A-CB39-22BB-ED32A856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Reading Object ← File (Deserialization)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A49EE-6468-5D95-BA35-D205D32CB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ObjectInputStream</a:t>
            </a:r>
            <a:r>
              <a:rPr lang="en-US" dirty="0"/>
              <a:t> </a:t>
            </a:r>
            <a:r>
              <a:rPr lang="en-US" dirty="0" err="1"/>
              <a:t>ois</a:t>
            </a:r>
            <a:r>
              <a:rPr lang="en-US" dirty="0"/>
              <a:t> =</a:t>
            </a:r>
          </a:p>
          <a:p>
            <a:pPr marL="0" indent="0">
              <a:buNone/>
            </a:pPr>
            <a:r>
              <a:rPr lang="en-US" dirty="0"/>
              <a:t>   new </a:t>
            </a:r>
            <a:r>
              <a:rPr lang="en-US" dirty="0" err="1"/>
              <a:t>ObjectInputStream</a:t>
            </a:r>
            <a:r>
              <a:rPr lang="en-US" dirty="0"/>
              <a:t>(new </a:t>
            </a:r>
            <a:r>
              <a:rPr lang="en-US" dirty="0" err="1"/>
              <a:t>FileInputStream</a:t>
            </a:r>
            <a:r>
              <a:rPr lang="en-US" dirty="0"/>
              <a:t>("</a:t>
            </a:r>
            <a:r>
              <a:rPr lang="en-US" dirty="0" err="1"/>
              <a:t>file.dat</a:t>
            </a:r>
            <a:r>
              <a:rPr lang="en-US" dirty="0"/>
              <a:t>"));</a:t>
            </a:r>
          </a:p>
          <a:p>
            <a:endParaRPr lang="en-US" dirty="0"/>
          </a:p>
          <a:p>
            <a:r>
              <a:rPr lang="en-US" dirty="0"/>
              <a:t>Student s = (Student) </a:t>
            </a:r>
            <a:r>
              <a:rPr lang="en-US" dirty="0" err="1"/>
              <a:t>ois.readObject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420107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895D-B2F4-50E6-C000-92F8B1966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8FF9-BA22-48E8-643B-751498F97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import </a:t>
            </a:r>
            <a:r>
              <a:rPr lang="en-IN" dirty="0" err="1"/>
              <a:t>java.io</a:t>
            </a:r>
            <a:r>
              <a:rPr lang="en-IN" dirty="0"/>
              <a:t>.*;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Step 1: Create a class that implements Serializable</a:t>
            </a:r>
            <a:br>
              <a:rPr lang="en-IN" dirty="0"/>
            </a:br>
            <a:r>
              <a:rPr lang="en-IN" dirty="0"/>
              <a:t>class Student implements Serializable {</a:t>
            </a:r>
            <a:br>
              <a:rPr lang="en-IN" dirty="0"/>
            </a:br>
            <a:r>
              <a:rPr lang="en-IN" dirty="0"/>
              <a:t>int id;</a:t>
            </a:r>
            <a:br>
              <a:rPr lang="en-IN" dirty="0"/>
            </a:br>
            <a:r>
              <a:rPr lang="en-IN" dirty="0"/>
              <a:t>String name;</a:t>
            </a:r>
            <a:br>
              <a:rPr lang="en-IN" dirty="0"/>
            </a:br>
            <a:r>
              <a:rPr lang="en-IN" dirty="0"/>
              <a:t>double marks;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Student(int id, String name, double marks) {</a:t>
            </a:r>
            <a:br>
              <a:rPr lang="en-IN" dirty="0"/>
            </a:br>
            <a:r>
              <a:rPr lang="en-IN" dirty="0" err="1"/>
              <a:t>this.id</a:t>
            </a:r>
            <a:r>
              <a:rPr lang="en-IN" dirty="0"/>
              <a:t> = id;</a:t>
            </a:r>
            <a:br>
              <a:rPr lang="en-IN" dirty="0"/>
            </a:br>
            <a:r>
              <a:rPr lang="en-IN" dirty="0" err="1"/>
              <a:t>this.name</a:t>
            </a:r>
            <a:r>
              <a:rPr lang="en-IN" dirty="0"/>
              <a:t> = name;</a:t>
            </a:r>
            <a:br>
              <a:rPr lang="en-IN" dirty="0"/>
            </a:br>
            <a:r>
              <a:rPr lang="en-IN" dirty="0" err="1"/>
              <a:t>this.marks</a:t>
            </a:r>
            <a:r>
              <a:rPr lang="en-IN" dirty="0"/>
              <a:t> = marks;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void display() {</a:t>
            </a: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(id + " " + name + " " + marks);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585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B4A4-820B-BF9B-B0EB-9C7A4D7C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72F7D-6C34-7E69-6B73-D56295210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// Step 2: Main class</a:t>
            </a:r>
            <a:br>
              <a:rPr lang="en-IN" dirty="0"/>
            </a:br>
            <a:r>
              <a:rPr lang="en-IN" dirty="0"/>
              <a:t>public class </a:t>
            </a:r>
            <a:r>
              <a:rPr lang="en-IN" dirty="0" err="1"/>
              <a:t>ObjectFileDemo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try {</a:t>
            </a:r>
            <a:br>
              <a:rPr lang="en-IN" dirty="0"/>
            </a:br>
            <a:r>
              <a:rPr lang="en-IN" dirty="0"/>
              <a:t>// Writing objects to file</a:t>
            </a:r>
            <a:br>
              <a:rPr lang="en-IN" dirty="0"/>
            </a:br>
            <a:r>
              <a:rPr lang="en-IN" dirty="0" err="1"/>
              <a:t>ObjectOutputStream</a:t>
            </a:r>
            <a:r>
              <a:rPr lang="en-IN" dirty="0"/>
              <a:t> </a:t>
            </a:r>
            <a:r>
              <a:rPr lang="en-IN" dirty="0" err="1"/>
              <a:t>oos</a:t>
            </a:r>
            <a:r>
              <a:rPr lang="en-IN" dirty="0"/>
              <a:t> =</a:t>
            </a:r>
            <a:br>
              <a:rPr lang="en-IN" dirty="0"/>
            </a:br>
            <a:r>
              <a:rPr lang="en-IN" dirty="0"/>
              <a:t>new </a:t>
            </a:r>
            <a:r>
              <a:rPr lang="en-IN" dirty="0" err="1"/>
              <a:t>ObjectOutputStream</a:t>
            </a:r>
            <a:r>
              <a:rPr lang="en-IN" dirty="0"/>
              <a:t>(new </a:t>
            </a:r>
            <a:r>
              <a:rPr lang="en-IN" dirty="0" err="1"/>
              <a:t>FileOutputStream</a:t>
            </a:r>
            <a:r>
              <a:rPr lang="en-IN" dirty="0"/>
              <a:t>("</a:t>
            </a:r>
            <a:r>
              <a:rPr lang="en-IN" dirty="0" err="1"/>
              <a:t>student.dat</a:t>
            </a:r>
            <a:r>
              <a:rPr lang="en-IN" dirty="0"/>
              <a:t>"));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Student s1 = new Student(101, "Anu", 85.5);</a:t>
            </a:r>
            <a:br>
              <a:rPr lang="en-IN" dirty="0"/>
            </a:br>
            <a:r>
              <a:rPr lang="en-IN" dirty="0"/>
              <a:t>Student s2 = new Student(102, "Ravi", 78.0);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oos.writeObject</a:t>
            </a:r>
            <a:r>
              <a:rPr lang="en-IN" dirty="0"/>
              <a:t>(s1);</a:t>
            </a:r>
            <a:br>
              <a:rPr lang="en-IN" dirty="0"/>
            </a:br>
            <a:r>
              <a:rPr lang="en-IN" dirty="0" err="1"/>
              <a:t>oos.writeObject</a:t>
            </a:r>
            <a:r>
              <a:rPr lang="en-IN" dirty="0"/>
              <a:t>(s2);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oos.close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("Objects written to file");</a:t>
            </a:r>
          </a:p>
          <a:p>
            <a:pPr marL="0" indent="0">
              <a:buNone/>
            </a:pPr>
            <a:r>
              <a:rPr lang="en-IN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247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9417-20F2-9071-A561-9561D7B9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ABDBF-5D41-7F70-1102-B0DD547C3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catch (Exception e) {</a:t>
            </a: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(e);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37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1ED1-D12C-2C1B-8C84-D7FC60BCE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6CA25-55CE-4ADC-41FC-69908491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// Reading objects from file</a:t>
            </a:r>
            <a:br>
              <a:rPr lang="en-IN" dirty="0"/>
            </a:br>
            <a:r>
              <a:rPr lang="en-IN" dirty="0" err="1"/>
              <a:t>ObjectInputStream</a:t>
            </a:r>
            <a:r>
              <a:rPr lang="en-IN" dirty="0"/>
              <a:t> </a:t>
            </a:r>
            <a:r>
              <a:rPr lang="en-IN" dirty="0" err="1"/>
              <a:t>ois</a:t>
            </a:r>
            <a:r>
              <a:rPr lang="en-IN" dirty="0"/>
              <a:t> =</a:t>
            </a:r>
            <a:br>
              <a:rPr lang="en-IN" dirty="0"/>
            </a:br>
            <a:r>
              <a:rPr lang="en-IN" dirty="0"/>
              <a:t>new </a:t>
            </a:r>
            <a:r>
              <a:rPr lang="en-IN" dirty="0" err="1"/>
              <a:t>ObjectInputStream</a:t>
            </a:r>
            <a:r>
              <a:rPr lang="en-IN" dirty="0"/>
              <a:t>(new </a:t>
            </a:r>
            <a:r>
              <a:rPr lang="en-IN" dirty="0" err="1"/>
              <a:t>FileInputStream</a:t>
            </a:r>
            <a:r>
              <a:rPr lang="en-IN" dirty="0"/>
              <a:t>("</a:t>
            </a:r>
            <a:r>
              <a:rPr lang="en-IN" dirty="0" err="1"/>
              <a:t>student.dat</a:t>
            </a:r>
            <a:r>
              <a:rPr lang="en-IN" dirty="0"/>
              <a:t>"));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("Reading objects from file:");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Student s;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try {</a:t>
            </a:r>
            <a:br>
              <a:rPr lang="en-IN" dirty="0"/>
            </a:br>
            <a:r>
              <a:rPr lang="en-IN" dirty="0"/>
              <a:t>while (true) {</a:t>
            </a:r>
            <a:br>
              <a:rPr lang="en-IN" dirty="0"/>
            </a:br>
            <a:r>
              <a:rPr lang="en-IN" dirty="0"/>
              <a:t>s = (Student) </a:t>
            </a:r>
            <a:r>
              <a:rPr lang="en-IN" dirty="0" err="1"/>
              <a:t>ois.readObject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 err="1"/>
              <a:t>s.display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 catch (</a:t>
            </a:r>
            <a:r>
              <a:rPr lang="en-IN" dirty="0" err="1"/>
              <a:t>EOFException</a:t>
            </a:r>
            <a:r>
              <a:rPr lang="en-IN" dirty="0"/>
              <a:t> e) {</a:t>
            </a:r>
            <a:br>
              <a:rPr lang="en-IN" dirty="0"/>
            </a:br>
            <a:r>
              <a:rPr lang="en-IN" dirty="0"/>
              <a:t>// End of file reached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ois.close</a:t>
            </a:r>
            <a:r>
              <a:rPr lang="en-IN" dirty="0"/>
              <a:t>();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301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244F-3F44-2588-027E-747B1638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Access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39A08-02AE-6D08-BDDF-BC56AFE36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A </a:t>
            </a:r>
            <a:r>
              <a:rPr lang="en-IN" b="1" dirty="0"/>
              <a:t>Random Access File</a:t>
            </a:r>
            <a:r>
              <a:rPr lang="en-IN" dirty="0"/>
              <a:t> (RAF) in Java allows you to </a:t>
            </a:r>
            <a:r>
              <a:rPr lang="en-IN" b="1" dirty="0"/>
              <a:t>read and write data at any position in a file</a:t>
            </a:r>
            <a:r>
              <a:rPr lang="en-IN" dirty="0"/>
              <a:t>, unlike sequential files where you must read from the beginning.</a:t>
            </a:r>
          </a:p>
          <a:p>
            <a:r>
              <a:rPr lang="en-IN" dirty="0"/>
              <a:t>It is handled using the class:</a:t>
            </a:r>
          </a:p>
          <a:p>
            <a:pPr marL="0" indent="0">
              <a:buNone/>
            </a:pPr>
            <a:r>
              <a:rPr lang="en-IN" dirty="0" err="1"/>
              <a:t>RandomAccessFile</a:t>
            </a:r>
            <a:r>
              <a:rPr lang="en-IN" dirty="0"/>
              <a:t> (from </a:t>
            </a:r>
            <a:r>
              <a:rPr lang="en-IN" dirty="0" err="1"/>
              <a:t>java.io</a:t>
            </a:r>
            <a:r>
              <a:rPr lang="en-IN" dirty="0"/>
              <a:t> package)</a:t>
            </a:r>
          </a:p>
          <a:p>
            <a:r>
              <a:rPr lang="en-IN" dirty="0"/>
              <a:t>A file can be created and opened for random access by giving mode string as a parameter to the constructor when we open the file</a:t>
            </a:r>
          </a:p>
          <a:p>
            <a:r>
              <a:rPr lang="en-IN" dirty="0"/>
              <a:t>‘r’ for reading only,’</a:t>
            </a:r>
            <a:r>
              <a:rPr lang="en-IN" dirty="0" err="1"/>
              <a:t>rw</a:t>
            </a:r>
            <a:r>
              <a:rPr lang="en-IN" dirty="0"/>
              <a:t>’ for reading and writing</a:t>
            </a:r>
          </a:p>
          <a:p>
            <a:r>
              <a:rPr lang="en-IN" dirty="0"/>
              <a:t>Supports a file pointer that can be moved to arbitrary position in the file prior to reading and writing</a:t>
            </a:r>
          </a:p>
          <a:p>
            <a:r>
              <a:rPr lang="en-IN" dirty="0"/>
              <a:t>seek () method</a:t>
            </a:r>
          </a:p>
          <a:p>
            <a:r>
              <a:rPr lang="en-IN" dirty="0" err="1"/>
              <a:t>file.seek</a:t>
            </a:r>
            <a:r>
              <a:rPr lang="en-IN" dirty="0"/>
              <a:t>(long position)</a:t>
            </a:r>
          </a:p>
          <a:p>
            <a:r>
              <a:rPr lang="en-IN" dirty="0"/>
              <a:t>position = number of </a:t>
            </a:r>
            <a:r>
              <a:rPr lang="en-IN" b="1" dirty="0"/>
              <a:t>bytes from the beginning of the file</a:t>
            </a:r>
          </a:p>
          <a:p>
            <a:r>
              <a:rPr lang="en-IN" b="1" dirty="0"/>
              <a:t>seek(0)=beginning of the file</a:t>
            </a:r>
          </a:p>
          <a:p>
            <a:r>
              <a:rPr lang="en-IN" b="1" dirty="0"/>
              <a:t>seek(</a:t>
            </a:r>
            <a:r>
              <a:rPr lang="en-IN" b="1" dirty="0" err="1"/>
              <a:t>file.length</a:t>
            </a:r>
            <a:r>
              <a:rPr lang="en-IN" b="1" dirty="0"/>
              <a:t>())=end of the file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8228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D5B9-FE2F-1AA3-A350-4E46447A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945FA-3ED8-34A5-1C56-59E14143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import </a:t>
            </a:r>
            <a:r>
              <a:rPr lang="en-US" sz="2000" dirty="0" err="1"/>
              <a:t>java.io</a:t>
            </a:r>
            <a:r>
              <a:rPr lang="en-US" sz="2000" dirty="0"/>
              <a:t>.*;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SeekDemo</a:t>
            </a:r>
            <a:r>
              <a:rPr lang="en-US" sz="2000" dirty="0"/>
              <a:t> {</a:t>
            </a:r>
          </a:p>
          <a:p>
            <a:pPr marL="0" indent="0">
              <a:buNone/>
            </a:pPr>
            <a:r>
              <a:rPr lang="en-US" sz="2000" dirty="0"/>
              <a:t>    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 throws </a:t>
            </a:r>
            <a:r>
              <a:rPr lang="en-US" sz="2000" dirty="0" err="1"/>
              <a:t>IOException</a:t>
            </a:r>
            <a:r>
              <a:rPr lang="en-US" sz="2000" dirty="0"/>
              <a:t> {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RandomAccessFile</a:t>
            </a:r>
            <a:r>
              <a:rPr lang="en-US" sz="2000" dirty="0"/>
              <a:t> file = new </a:t>
            </a:r>
            <a:r>
              <a:rPr lang="en-US" sz="2000" dirty="0" err="1"/>
              <a:t>RandomAccessFile</a:t>
            </a:r>
            <a:r>
              <a:rPr lang="en-US" sz="2000" dirty="0"/>
              <a:t>("</a:t>
            </a:r>
            <a:r>
              <a:rPr lang="en-US" sz="2000" dirty="0" err="1"/>
              <a:t>data.dat</a:t>
            </a:r>
            <a:r>
              <a:rPr lang="en-US" sz="2000" dirty="0"/>
              <a:t>", "</a:t>
            </a:r>
            <a:r>
              <a:rPr lang="en-US" sz="2000" dirty="0" err="1"/>
              <a:t>rw</a:t>
            </a:r>
            <a:r>
              <a:rPr lang="en-US" sz="2000" dirty="0"/>
              <a:t>");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file.writeInt</a:t>
            </a:r>
            <a:r>
              <a:rPr lang="en-US" sz="2000" dirty="0"/>
              <a:t>(10);  // 4 bytes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file.writeInt</a:t>
            </a:r>
            <a:r>
              <a:rPr lang="en-US" sz="2000" dirty="0"/>
              <a:t>(20);  // 4 bytes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file.writeInt</a:t>
            </a:r>
            <a:r>
              <a:rPr lang="en-US" sz="2000" dirty="0"/>
              <a:t>(30);  // 4 bytes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// Move pointer to second integer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file.seek</a:t>
            </a:r>
            <a:r>
              <a:rPr lang="en-US" sz="2000" dirty="0"/>
              <a:t>(4);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int value = </a:t>
            </a:r>
            <a:r>
              <a:rPr lang="en-US" sz="2000" dirty="0" err="1"/>
              <a:t>file.readInt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(value);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file.close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233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</TotalTime>
  <Words>2026</Words>
  <Application>Microsoft Macintosh PowerPoint</Application>
  <PresentationFormat>Widescreen</PresentationFormat>
  <Paragraphs>229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STREAMS</vt:lpstr>
      <vt:lpstr>Streams in Java</vt:lpstr>
      <vt:lpstr>PowerPoint Presentation</vt:lpstr>
      <vt:lpstr>PowerPoint Presentation</vt:lpstr>
      <vt:lpstr>Byte streams</vt:lpstr>
      <vt:lpstr>Character streams</vt:lpstr>
      <vt:lpstr>Reading and Writing to console</vt:lpstr>
      <vt:lpstr>       File class</vt:lpstr>
      <vt:lpstr>Input/output Exceptions</vt:lpstr>
      <vt:lpstr>Creation of Files</vt:lpstr>
      <vt:lpstr>Inilitializing File Stream objects</vt:lpstr>
      <vt:lpstr>PowerPoint Presentation</vt:lpstr>
      <vt:lpstr>Reading and writing files</vt:lpstr>
      <vt:lpstr>PowerPoint Presentation</vt:lpstr>
      <vt:lpstr>File reader</vt:lpstr>
      <vt:lpstr>Buffered Reader</vt:lpstr>
      <vt:lpstr>Reading and writing bytes</vt:lpstr>
      <vt:lpstr>PowerPoint Presentation</vt:lpstr>
      <vt:lpstr>PowerPoint Presentation</vt:lpstr>
      <vt:lpstr>PowerPoint Presentation</vt:lpstr>
      <vt:lpstr>PowerPoint Presentation</vt:lpstr>
      <vt:lpstr>Handling primitive data types</vt:lpstr>
      <vt:lpstr>PowerPoint Presentation</vt:lpstr>
      <vt:lpstr>PowerPoint Presentation</vt:lpstr>
      <vt:lpstr> What is Object Serialization? </vt:lpstr>
      <vt:lpstr>Writing object to the file</vt:lpstr>
      <vt:lpstr>Reading Object ← File (Deserialization) </vt:lpstr>
      <vt:lpstr>PowerPoint Presentation</vt:lpstr>
      <vt:lpstr>PowerPoint Presentation</vt:lpstr>
      <vt:lpstr>PowerPoint Presentation</vt:lpstr>
      <vt:lpstr>PowerPoint Presentation</vt:lpstr>
      <vt:lpstr>Random Access File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</dc:title>
  <dc:creator>Nadera Navas</dc:creator>
  <cp:lastModifiedBy>Nadera Navas</cp:lastModifiedBy>
  <cp:revision>13</cp:revision>
  <dcterms:created xsi:type="dcterms:W3CDTF">2025-03-27T06:26:38Z</dcterms:created>
  <dcterms:modified xsi:type="dcterms:W3CDTF">2026-03-25T08:21:36Z</dcterms:modified>
</cp:coreProperties>
</file>